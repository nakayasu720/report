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7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6" r:id="rId25"/>
    <p:sldId id="278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28A40F-C542-4A91-93FC-F252124506EE}" v="7" dt="2025-07-03T15:41:20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泰弘 仲山" userId="857b4835f3abfbd8" providerId="LiveId" clId="{DD28A40F-C542-4A91-93FC-F252124506EE}"/>
    <pc:docChg chg="undo custSel addSld delSld modSld sldOrd addMainMaster modMainMaster">
      <pc:chgData name="泰弘 仲山" userId="857b4835f3abfbd8" providerId="LiveId" clId="{DD28A40F-C542-4A91-93FC-F252124506EE}" dt="2025-07-03T15:51:45.099" v="127" actId="478"/>
      <pc:docMkLst>
        <pc:docMk/>
      </pc:docMkLst>
      <pc:sldChg chg="addSp delSp modSp new mod">
        <pc:chgData name="泰弘 仲山" userId="857b4835f3abfbd8" providerId="LiveId" clId="{DD28A40F-C542-4A91-93FC-F252124506EE}" dt="2025-07-03T15:42:06.326" v="17" actId="1076"/>
        <pc:sldMkLst>
          <pc:docMk/>
          <pc:sldMk cId="1373623151" sldId="256"/>
        </pc:sldMkLst>
        <pc:spChg chg="del">
          <ac:chgData name="泰弘 仲山" userId="857b4835f3abfbd8" providerId="LiveId" clId="{DD28A40F-C542-4A91-93FC-F252124506EE}" dt="2025-07-03T15:40:21.321" v="3" actId="478"/>
          <ac:spMkLst>
            <pc:docMk/>
            <pc:sldMk cId="1373623151" sldId="256"/>
            <ac:spMk id="2" creationId="{B34E7238-2B63-6332-A5C5-904DC1D2DA0A}"/>
          </ac:spMkLst>
        </pc:spChg>
        <pc:spChg chg="del">
          <ac:chgData name="泰弘 仲山" userId="857b4835f3abfbd8" providerId="LiveId" clId="{DD28A40F-C542-4A91-93FC-F252124506EE}" dt="2025-07-03T15:40:24.048" v="4" actId="478"/>
          <ac:spMkLst>
            <pc:docMk/>
            <pc:sldMk cId="1373623151" sldId="256"/>
            <ac:spMk id="3" creationId="{064E9374-BDAC-3A6A-993C-6DD5E98CAAC3}"/>
          </ac:spMkLst>
        </pc:spChg>
        <pc:spChg chg="add del mod">
          <ac:chgData name="泰弘 仲山" userId="857b4835f3abfbd8" providerId="LiveId" clId="{DD28A40F-C542-4A91-93FC-F252124506EE}" dt="2025-07-03T15:41:23.047" v="13" actId="478"/>
          <ac:spMkLst>
            <pc:docMk/>
            <pc:sldMk cId="1373623151" sldId="256"/>
            <ac:spMk id="4" creationId="{09586482-85C0-E4F3-C24B-BD20D472F2DF}"/>
          </ac:spMkLst>
        </pc:spChg>
        <pc:spChg chg="add">
          <ac:chgData name="泰弘 仲山" userId="857b4835f3abfbd8" providerId="LiveId" clId="{DD28A40F-C542-4A91-93FC-F252124506EE}" dt="2025-07-03T15:41:02.476" v="6"/>
          <ac:spMkLst>
            <pc:docMk/>
            <pc:sldMk cId="1373623151" sldId="256"/>
            <ac:spMk id="5" creationId="{5F552364-B8C3-CC17-0B8E-CE212735F8BF}"/>
          </ac:spMkLst>
        </pc:spChg>
        <pc:spChg chg="add">
          <ac:chgData name="泰弘 仲山" userId="857b4835f3abfbd8" providerId="LiveId" clId="{DD28A40F-C542-4A91-93FC-F252124506EE}" dt="2025-07-03T15:41:02.476" v="6"/>
          <ac:spMkLst>
            <pc:docMk/>
            <pc:sldMk cId="1373623151" sldId="256"/>
            <ac:spMk id="6" creationId="{301D3254-343C-C8EC-69EB-2DBCF996E936}"/>
          </ac:spMkLst>
        </pc:spChg>
        <pc:spChg chg="add">
          <ac:chgData name="泰弘 仲山" userId="857b4835f3abfbd8" providerId="LiveId" clId="{DD28A40F-C542-4A91-93FC-F252124506EE}" dt="2025-07-03T15:41:02.476" v="6"/>
          <ac:spMkLst>
            <pc:docMk/>
            <pc:sldMk cId="1373623151" sldId="256"/>
            <ac:spMk id="9" creationId="{1641D08B-5D3D-33FA-4C74-821CF9C8E2E4}"/>
          </ac:spMkLst>
        </pc:spChg>
        <pc:spChg chg="add">
          <ac:chgData name="泰弘 仲山" userId="857b4835f3abfbd8" providerId="LiveId" clId="{DD28A40F-C542-4A91-93FC-F252124506EE}" dt="2025-07-03T15:41:02.476" v="6"/>
          <ac:spMkLst>
            <pc:docMk/>
            <pc:sldMk cId="1373623151" sldId="256"/>
            <ac:spMk id="10" creationId="{F1D4B09E-67A5-95BB-664B-B4CFC15604E0}"/>
          </ac:spMkLst>
        </pc:spChg>
        <pc:spChg chg="add">
          <ac:chgData name="泰弘 仲山" userId="857b4835f3abfbd8" providerId="LiveId" clId="{DD28A40F-C542-4A91-93FC-F252124506EE}" dt="2025-07-03T15:41:02.476" v="6"/>
          <ac:spMkLst>
            <pc:docMk/>
            <pc:sldMk cId="1373623151" sldId="256"/>
            <ac:spMk id="11" creationId="{F6365D2A-547E-10EE-4A55-AA3E3EFDF413}"/>
          </ac:spMkLst>
        </pc:spChg>
        <pc:spChg chg="add">
          <ac:chgData name="泰弘 仲山" userId="857b4835f3abfbd8" providerId="LiveId" clId="{DD28A40F-C542-4A91-93FC-F252124506EE}" dt="2025-07-03T15:41:02.476" v="6"/>
          <ac:spMkLst>
            <pc:docMk/>
            <pc:sldMk cId="1373623151" sldId="256"/>
            <ac:spMk id="12" creationId="{DF42D9A1-D849-4879-9108-FDC9B0FEF4A4}"/>
          </ac:spMkLst>
        </pc:spChg>
        <pc:spChg chg="add">
          <ac:chgData name="泰弘 仲山" userId="857b4835f3abfbd8" providerId="LiveId" clId="{DD28A40F-C542-4A91-93FC-F252124506EE}" dt="2025-07-03T15:41:02.476" v="6"/>
          <ac:spMkLst>
            <pc:docMk/>
            <pc:sldMk cId="1373623151" sldId="256"/>
            <ac:spMk id="13" creationId="{786AD3DF-79C6-551D-5B7C-D18BC2ACC159}"/>
          </ac:spMkLst>
        </pc:spChg>
        <pc:spChg chg="add">
          <ac:chgData name="泰弘 仲山" userId="857b4835f3abfbd8" providerId="LiveId" clId="{DD28A40F-C542-4A91-93FC-F252124506EE}" dt="2025-07-03T15:41:02.476" v="6"/>
          <ac:spMkLst>
            <pc:docMk/>
            <pc:sldMk cId="1373623151" sldId="256"/>
            <ac:spMk id="17" creationId="{2F273085-F9D1-E71E-8C00-6DC15DD7F920}"/>
          </ac:spMkLst>
        </pc:spChg>
        <pc:spChg chg="add">
          <ac:chgData name="泰弘 仲山" userId="857b4835f3abfbd8" providerId="LiveId" clId="{DD28A40F-C542-4A91-93FC-F252124506EE}" dt="2025-07-03T15:41:02.476" v="6"/>
          <ac:spMkLst>
            <pc:docMk/>
            <pc:sldMk cId="1373623151" sldId="256"/>
            <ac:spMk id="18" creationId="{1A5E92CA-F765-118B-B1D6-C569491CBBF0}"/>
          </ac:spMkLst>
        </pc:spChg>
        <pc:spChg chg="add del">
          <ac:chgData name="泰弘 仲山" userId="857b4835f3abfbd8" providerId="LiveId" clId="{DD28A40F-C542-4A91-93FC-F252124506EE}" dt="2025-07-03T15:41:11.629" v="10" actId="21"/>
          <ac:spMkLst>
            <pc:docMk/>
            <pc:sldMk cId="1373623151" sldId="256"/>
            <ac:spMk id="19" creationId="{296227D8-E868-EE46-4074-EBAD4D36FD87}"/>
          </ac:spMkLst>
        </pc:spChg>
        <pc:spChg chg="add">
          <ac:chgData name="泰弘 仲山" userId="857b4835f3abfbd8" providerId="LiveId" clId="{DD28A40F-C542-4A91-93FC-F252124506EE}" dt="2025-07-03T15:41:19.218" v="12"/>
          <ac:spMkLst>
            <pc:docMk/>
            <pc:sldMk cId="1373623151" sldId="256"/>
            <ac:spMk id="20" creationId="{6F371BF0-47B2-2B05-645F-9F3EAF5B12E9}"/>
          </ac:spMkLst>
        </pc:spChg>
        <pc:spChg chg="add">
          <ac:chgData name="泰弘 仲山" userId="857b4835f3abfbd8" providerId="LiveId" clId="{DD28A40F-C542-4A91-93FC-F252124506EE}" dt="2025-07-03T15:41:19.218" v="12"/>
          <ac:spMkLst>
            <pc:docMk/>
            <pc:sldMk cId="1373623151" sldId="256"/>
            <ac:spMk id="25" creationId="{FFC379BA-5715-AAFE-B5EF-DE9CA8C18047}"/>
          </ac:spMkLst>
        </pc:spChg>
        <pc:spChg chg="add">
          <ac:chgData name="泰弘 仲山" userId="857b4835f3abfbd8" providerId="LiveId" clId="{DD28A40F-C542-4A91-93FC-F252124506EE}" dt="2025-07-03T15:41:19.218" v="12"/>
          <ac:spMkLst>
            <pc:docMk/>
            <pc:sldMk cId="1373623151" sldId="256"/>
            <ac:spMk id="26" creationId="{F5702A89-B2DD-5E73-ACB7-BB2F306D129D}"/>
          </ac:spMkLst>
        </pc:spChg>
        <pc:spChg chg="add">
          <ac:chgData name="泰弘 仲山" userId="857b4835f3abfbd8" providerId="LiveId" clId="{DD28A40F-C542-4A91-93FC-F252124506EE}" dt="2025-07-03T15:41:19.218" v="12"/>
          <ac:spMkLst>
            <pc:docMk/>
            <pc:sldMk cId="1373623151" sldId="256"/>
            <ac:spMk id="27" creationId="{1F223BF6-B764-01C1-282C-77F2035B7252}"/>
          </ac:spMkLst>
        </pc:spChg>
        <pc:spChg chg="add">
          <ac:chgData name="泰弘 仲山" userId="857b4835f3abfbd8" providerId="LiveId" clId="{DD28A40F-C542-4A91-93FC-F252124506EE}" dt="2025-07-03T15:41:19.218" v="12"/>
          <ac:spMkLst>
            <pc:docMk/>
            <pc:sldMk cId="1373623151" sldId="256"/>
            <ac:spMk id="28" creationId="{FBDE4AA2-D0D1-A945-D12E-CF790FA5E09E}"/>
          </ac:spMkLst>
        </pc:spChg>
        <pc:spChg chg="add">
          <ac:chgData name="泰弘 仲山" userId="857b4835f3abfbd8" providerId="LiveId" clId="{DD28A40F-C542-4A91-93FC-F252124506EE}" dt="2025-07-03T15:41:19.218" v="12"/>
          <ac:spMkLst>
            <pc:docMk/>
            <pc:sldMk cId="1373623151" sldId="256"/>
            <ac:spMk id="29" creationId="{28B234DF-E294-3392-FEC9-33B0D13B5DE1}"/>
          </ac:spMkLst>
        </pc:spChg>
        <pc:spChg chg="add">
          <ac:chgData name="泰弘 仲山" userId="857b4835f3abfbd8" providerId="LiveId" clId="{DD28A40F-C542-4A91-93FC-F252124506EE}" dt="2025-07-03T15:41:19.218" v="12"/>
          <ac:spMkLst>
            <pc:docMk/>
            <pc:sldMk cId="1373623151" sldId="256"/>
            <ac:spMk id="31" creationId="{9A5D0054-FA46-E8BA-FE29-2E218F9EA431}"/>
          </ac:spMkLst>
        </pc:spChg>
        <pc:spChg chg="add">
          <ac:chgData name="泰弘 仲山" userId="857b4835f3abfbd8" providerId="LiveId" clId="{DD28A40F-C542-4A91-93FC-F252124506EE}" dt="2025-07-03T15:41:19.218" v="12"/>
          <ac:spMkLst>
            <pc:docMk/>
            <pc:sldMk cId="1373623151" sldId="256"/>
            <ac:spMk id="32" creationId="{1796D5B7-2967-ED91-571C-E9A5AFB54EC0}"/>
          </ac:spMkLst>
        </pc:spChg>
        <pc:spChg chg="add">
          <ac:chgData name="泰弘 仲山" userId="857b4835f3abfbd8" providerId="LiveId" clId="{DD28A40F-C542-4A91-93FC-F252124506EE}" dt="2025-07-03T15:41:19.218" v="12"/>
          <ac:spMkLst>
            <pc:docMk/>
            <pc:sldMk cId="1373623151" sldId="256"/>
            <ac:spMk id="33" creationId="{67E987E9-53F6-FCEC-6F3C-3A1FDD5630CA}"/>
          </ac:spMkLst>
        </pc:spChg>
        <pc:spChg chg="add">
          <ac:chgData name="泰弘 仲山" userId="857b4835f3abfbd8" providerId="LiveId" clId="{DD28A40F-C542-4A91-93FC-F252124506EE}" dt="2025-07-03T15:41:19.218" v="12"/>
          <ac:spMkLst>
            <pc:docMk/>
            <pc:sldMk cId="1373623151" sldId="256"/>
            <ac:spMk id="34" creationId="{BF086787-CE18-2771-E8CD-4B359B8578D4}"/>
          </ac:spMkLst>
        </pc:spChg>
        <pc:picChg chg="add mod">
          <ac:chgData name="泰弘 仲山" userId="857b4835f3abfbd8" providerId="LiveId" clId="{DD28A40F-C542-4A91-93FC-F252124506EE}" dt="2025-07-03T15:42:06.326" v="17" actId="1076"/>
          <ac:picMkLst>
            <pc:docMk/>
            <pc:sldMk cId="1373623151" sldId="256"/>
            <ac:picMk id="36" creationId="{E9E64E82-FE79-5697-099C-D80C00C4E3E3}"/>
          </ac:picMkLst>
        </pc:picChg>
      </pc:sldChg>
      <pc:sldChg chg="addSp delSp modSp new mod">
        <pc:chgData name="泰弘 仲山" userId="857b4835f3abfbd8" providerId="LiveId" clId="{DD28A40F-C542-4A91-93FC-F252124506EE}" dt="2025-07-03T15:43:10.223" v="28" actId="1076"/>
        <pc:sldMkLst>
          <pc:docMk/>
          <pc:sldMk cId="727941531" sldId="257"/>
        </pc:sldMkLst>
        <pc:picChg chg="add del mod">
          <ac:chgData name="泰弘 仲山" userId="857b4835f3abfbd8" providerId="LiveId" clId="{DD28A40F-C542-4A91-93FC-F252124506EE}" dt="2025-07-03T15:43:00.808" v="24" actId="478"/>
          <ac:picMkLst>
            <pc:docMk/>
            <pc:sldMk cId="727941531" sldId="257"/>
            <ac:picMk id="3" creationId="{DA484407-8E33-AEA2-9AD9-5AA6C16FAA8A}"/>
          </ac:picMkLst>
        </pc:picChg>
        <pc:picChg chg="add mod">
          <ac:chgData name="泰弘 仲山" userId="857b4835f3abfbd8" providerId="LiveId" clId="{DD28A40F-C542-4A91-93FC-F252124506EE}" dt="2025-07-03T15:43:10.223" v="28" actId="1076"/>
          <ac:picMkLst>
            <pc:docMk/>
            <pc:sldMk cId="727941531" sldId="257"/>
            <ac:picMk id="5" creationId="{3833744D-77E7-BF05-8244-6D7CB8118B59}"/>
          </ac:picMkLst>
        </pc:picChg>
      </pc:sldChg>
      <pc:sldChg chg="new del">
        <pc:chgData name="泰弘 仲山" userId="857b4835f3abfbd8" providerId="LiveId" clId="{DD28A40F-C542-4A91-93FC-F252124506EE}" dt="2025-07-03T15:40:02.905" v="2" actId="47"/>
        <pc:sldMkLst>
          <pc:docMk/>
          <pc:sldMk cId="1512143964" sldId="257"/>
        </pc:sldMkLst>
      </pc:sldChg>
      <pc:sldChg chg="addSp modSp new mod">
        <pc:chgData name="泰弘 仲山" userId="857b4835f3abfbd8" providerId="LiveId" clId="{DD28A40F-C542-4A91-93FC-F252124506EE}" dt="2025-07-03T15:43:28.575" v="32" actId="14100"/>
        <pc:sldMkLst>
          <pc:docMk/>
          <pc:sldMk cId="1556062137" sldId="258"/>
        </pc:sldMkLst>
        <pc:picChg chg="add mod">
          <ac:chgData name="泰弘 仲山" userId="857b4835f3abfbd8" providerId="LiveId" clId="{DD28A40F-C542-4A91-93FC-F252124506EE}" dt="2025-07-03T15:43:28.575" v="32" actId="14100"/>
          <ac:picMkLst>
            <pc:docMk/>
            <pc:sldMk cId="1556062137" sldId="258"/>
            <ac:picMk id="3" creationId="{CDDA2083-326A-2307-D263-8E5DCB89C1BD}"/>
          </ac:picMkLst>
        </pc:picChg>
      </pc:sldChg>
      <pc:sldChg chg="addSp modSp new mod">
        <pc:chgData name="泰弘 仲山" userId="857b4835f3abfbd8" providerId="LiveId" clId="{DD28A40F-C542-4A91-93FC-F252124506EE}" dt="2025-07-03T15:43:49.091" v="36" actId="14100"/>
        <pc:sldMkLst>
          <pc:docMk/>
          <pc:sldMk cId="547274479" sldId="259"/>
        </pc:sldMkLst>
        <pc:picChg chg="add mod">
          <ac:chgData name="泰弘 仲山" userId="857b4835f3abfbd8" providerId="LiveId" clId="{DD28A40F-C542-4A91-93FC-F252124506EE}" dt="2025-07-03T15:43:49.091" v="36" actId="14100"/>
          <ac:picMkLst>
            <pc:docMk/>
            <pc:sldMk cId="547274479" sldId="259"/>
            <ac:picMk id="3" creationId="{BEBE6C0F-2F42-9D81-B652-24CE4A701A65}"/>
          </ac:picMkLst>
        </pc:picChg>
      </pc:sldChg>
      <pc:sldChg chg="addSp modSp new mod">
        <pc:chgData name="泰弘 仲山" userId="857b4835f3abfbd8" providerId="LiveId" clId="{DD28A40F-C542-4A91-93FC-F252124506EE}" dt="2025-07-03T15:44:04.796" v="40" actId="14100"/>
        <pc:sldMkLst>
          <pc:docMk/>
          <pc:sldMk cId="1568433781" sldId="260"/>
        </pc:sldMkLst>
        <pc:picChg chg="add mod">
          <ac:chgData name="泰弘 仲山" userId="857b4835f3abfbd8" providerId="LiveId" clId="{DD28A40F-C542-4A91-93FC-F252124506EE}" dt="2025-07-03T15:44:04.796" v="40" actId="14100"/>
          <ac:picMkLst>
            <pc:docMk/>
            <pc:sldMk cId="1568433781" sldId="260"/>
            <ac:picMk id="3" creationId="{458FC4CD-A808-32A8-CE28-DEF10AF4B827}"/>
          </ac:picMkLst>
        </pc:picChg>
      </pc:sldChg>
      <pc:sldChg chg="addSp modSp new mod">
        <pc:chgData name="泰弘 仲山" userId="857b4835f3abfbd8" providerId="LiveId" clId="{DD28A40F-C542-4A91-93FC-F252124506EE}" dt="2025-07-03T15:44:25.308" v="45" actId="1076"/>
        <pc:sldMkLst>
          <pc:docMk/>
          <pc:sldMk cId="4068794912" sldId="261"/>
        </pc:sldMkLst>
        <pc:picChg chg="add mod">
          <ac:chgData name="泰弘 仲山" userId="857b4835f3abfbd8" providerId="LiveId" clId="{DD28A40F-C542-4A91-93FC-F252124506EE}" dt="2025-07-03T15:44:25.308" v="45" actId="1076"/>
          <ac:picMkLst>
            <pc:docMk/>
            <pc:sldMk cId="4068794912" sldId="261"/>
            <ac:picMk id="3" creationId="{491D6437-B778-2882-B72C-15281A3C2C9C}"/>
          </ac:picMkLst>
        </pc:picChg>
      </pc:sldChg>
      <pc:sldChg chg="addSp modSp new mod">
        <pc:chgData name="泰弘 仲山" userId="857b4835f3abfbd8" providerId="LiveId" clId="{DD28A40F-C542-4A91-93FC-F252124506EE}" dt="2025-07-03T15:44:48.882" v="49" actId="14100"/>
        <pc:sldMkLst>
          <pc:docMk/>
          <pc:sldMk cId="2535821698" sldId="262"/>
        </pc:sldMkLst>
        <pc:picChg chg="add mod">
          <ac:chgData name="泰弘 仲山" userId="857b4835f3abfbd8" providerId="LiveId" clId="{DD28A40F-C542-4A91-93FC-F252124506EE}" dt="2025-07-03T15:44:48.882" v="49" actId="14100"/>
          <ac:picMkLst>
            <pc:docMk/>
            <pc:sldMk cId="2535821698" sldId="262"/>
            <ac:picMk id="3" creationId="{8A0BC429-FC29-65FE-1538-EFF2CC8ABAB6}"/>
          </ac:picMkLst>
        </pc:picChg>
      </pc:sldChg>
      <pc:sldChg chg="addSp modSp new mod">
        <pc:chgData name="泰弘 仲山" userId="857b4835f3abfbd8" providerId="LiveId" clId="{DD28A40F-C542-4A91-93FC-F252124506EE}" dt="2025-07-03T15:45:09.306" v="54" actId="14100"/>
        <pc:sldMkLst>
          <pc:docMk/>
          <pc:sldMk cId="3458280384" sldId="263"/>
        </pc:sldMkLst>
        <pc:picChg chg="add mod">
          <ac:chgData name="泰弘 仲山" userId="857b4835f3abfbd8" providerId="LiveId" clId="{DD28A40F-C542-4A91-93FC-F252124506EE}" dt="2025-07-03T15:45:09.306" v="54" actId="14100"/>
          <ac:picMkLst>
            <pc:docMk/>
            <pc:sldMk cId="3458280384" sldId="263"/>
            <ac:picMk id="3" creationId="{2D4B4192-71BE-FE25-2B00-35553D67BB64}"/>
          </ac:picMkLst>
        </pc:picChg>
      </pc:sldChg>
      <pc:sldChg chg="addSp modSp new mod">
        <pc:chgData name="泰弘 仲山" userId="857b4835f3abfbd8" providerId="LiveId" clId="{DD28A40F-C542-4A91-93FC-F252124506EE}" dt="2025-07-03T15:45:30.149" v="58" actId="14100"/>
        <pc:sldMkLst>
          <pc:docMk/>
          <pc:sldMk cId="3242300101" sldId="264"/>
        </pc:sldMkLst>
        <pc:picChg chg="add mod">
          <ac:chgData name="泰弘 仲山" userId="857b4835f3abfbd8" providerId="LiveId" clId="{DD28A40F-C542-4A91-93FC-F252124506EE}" dt="2025-07-03T15:45:30.149" v="58" actId="14100"/>
          <ac:picMkLst>
            <pc:docMk/>
            <pc:sldMk cId="3242300101" sldId="264"/>
            <ac:picMk id="3" creationId="{BC556508-5D12-B747-09D7-473CC5DF4D95}"/>
          </ac:picMkLst>
        </pc:picChg>
      </pc:sldChg>
      <pc:sldChg chg="addSp modSp new mod">
        <pc:chgData name="泰弘 仲山" userId="857b4835f3abfbd8" providerId="LiveId" clId="{DD28A40F-C542-4A91-93FC-F252124506EE}" dt="2025-07-03T15:45:48.164" v="62" actId="14100"/>
        <pc:sldMkLst>
          <pc:docMk/>
          <pc:sldMk cId="764755911" sldId="265"/>
        </pc:sldMkLst>
        <pc:picChg chg="add mod">
          <ac:chgData name="泰弘 仲山" userId="857b4835f3abfbd8" providerId="LiveId" clId="{DD28A40F-C542-4A91-93FC-F252124506EE}" dt="2025-07-03T15:45:48.164" v="62" actId="14100"/>
          <ac:picMkLst>
            <pc:docMk/>
            <pc:sldMk cId="764755911" sldId="265"/>
            <ac:picMk id="3" creationId="{7DA6D3FD-0E85-9DD6-BA27-48C7DD58D7E4}"/>
          </ac:picMkLst>
        </pc:picChg>
      </pc:sldChg>
      <pc:sldChg chg="addSp modSp new mod">
        <pc:chgData name="泰弘 仲山" userId="857b4835f3abfbd8" providerId="LiveId" clId="{DD28A40F-C542-4A91-93FC-F252124506EE}" dt="2025-07-03T15:46:11.294" v="66" actId="14100"/>
        <pc:sldMkLst>
          <pc:docMk/>
          <pc:sldMk cId="3608173125" sldId="266"/>
        </pc:sldMkLst>
        <pc:picChg chg="add mod">
          <ac:chgData name="泰弘 仲山" userId="857b4835f3abfbd8" providerId="LiveId" clId="{DD28A40F-C542-4A91-93FC-F252124506EE}" dt="2025-07-03T15:46:11.294" v="66" actId="14100"/>
          <ac:picMkLst>
            <pc:docMk/>
            <pc:sldMk cId="3608173125" sldId="266"/>
            <ac:picMk id="3" creationId="{F3ACE27B-0B84-ECD0-7670-FA063B8B1BB1}"/>
          </ac:picMkLst>
        </pc:picChg>
      </pc:sldChg>
      <pc:sldChg chg="addSp modSp new mod">
        <pc:chgData name="泰弘 仲山" userId="857b4835f3abfbd8" providerId="LiveId" clId="{DD28A40F-C542-4A91-93FC-F252124506EE}" dt="2025-07-03T15:46:34.494" v="70" actId="14100"/>
        <pc:sldMkLst>
          <pc:docMk/>
          <pc:sldMk cId="1469242005" sldId="267"/>
        </pc:sldMkLst>
        <pc:picChg chg="add mod">
          <ac:chgData name="泰弘 仲山" userId="857b4835f3abfbd8" providerId="LiveId" clId="{DD28A40F-C542-4A91-93FC-F252124506EE}" dt="2025-07-03T15:46:34.494" v="70" actId="14100"/>
          <ac:picMkLst>
            <pc:docMk/>
            <pc:sldMk cId="1469242005" sldId="267"/>
            <ac:picMk id="3" creationId="{F4920877-E58C-5520-442B-28D327422A1F}"/>
          </ac:picMkLst>
        </pc:picChg>
      </pc:sldChg>
      <pc:sldChg chg="addSp modSp new mod">
        <pc:chgData name="泰弘 仲山" userId="857b4835f3abfbd8" providerId="LiveId" clId="{DD28A40F-C542-4A91-93FC-F252124506EE}" dt="2025-07-03T15:46:55.714" v="74" actId="14100"/>
        <pc:sldMkLst>
          <pc:docMk/>
          <pc:sldMk cId="2414402192" sldId="268"/>
        </pc:sldMkLst>
        <pc:picChg chg="add mod">
          <ac:chgData name="泰弘 仲山" userId="857b4835f3abfbd8" providerId="LiveId" clId="{DD28A40F-C542-4A91-93FC-F252124506EE}" dt="2025-07-03T15:46:55.714" v="74" actId="14100"/>
          <ac:picMkLst>
            <pc:docMk/>
            <pc:sldMk cId="2414402192" sldId="268"/>
            <ac:picMk id="3" creationId="{8ADA7239-1D55-F356-E95B-2F2FB4D4A26A}"/>
          </ac:picMkLst>
        </pc:picChg>
      </pc:sldChg>
      <pc:sldChg chg="addSp modSp new mod">
        <pc:chgData name="泰弘 仲山" userId="857b4835f3abfbd8" providerId="LiveId" clId="{DD28A40F-C542-4A91-93FC-F252124506EE}" dt="2025-07-03T15:47:09.952" v="79" actId="14100"/>
        <pc:sldMkLst>
          <pc:docMk/>
          <pc:sldMk cId="2613666404" sldId="269"/>
        </pc:sldMkLst>
        <pc:picChg chg="add mod">
          <ac:chgData name="泰弘 仲山" userId="857b4835f3abfbd8" providerId="LiveId" clId="{DD28A40F-C542-4A91-93FC-F252124506EE}" dt="2025-07-03T15:47:09.952" v="79" actId="14100"/>
          <ac:picMkLst>
            <pc:docMk/>
            <pc:sldMk cId="2613666404" sldId="269"/>
            <ac:picMk id="3" creationId="{958F8CA8-9562-4DD6-1232-2C2BFDABF14C}"/>
          </ac:picMkLst>
        </pc:picChg>
      </pc:sldChg>
      <pc:sldChg chg="addSp modSp new mod">
        <pc:chgData name="泰弘 仲山" userId="857b4835f3abfbd8" providerId="LiveId" clId="{DD28A40F-C542-4A91-93FC-F252124506EE}" dt="2025-07-03T15:47:27.365" v="84" actId="1076"/>
        <pc:sldMkLst>
          <pc:docMk/>
          <pc:sldMk cId="2172664847" sldId="270"/>
        </pc:sldMkLst>
        <pc:picChg chg="add mod">
          <ac:chgData name="泰弘 仲山" userId="857b4835f3abfbd8" providerId="LiveId" clId="{DD28A40F-C542-4A91-93FC-F252124506EE}" dt="2025-07-03T15:47:27.365" v="84" actId="1076"/>
          <ac:picMkLst>
            <pc:docMk/>
            <pc:sldMk cId="2172664847" sldId="270"/>
            <ac:picMk id="3" creationId="{163B0599-2E9B-D5F4-C2F5-8D9F248E1379}"/>
          </ac:picMkLst>
        </pc:picChg>
      </pc:sldChg>
      <pc:sldChg chg="addSp modSp new mod">
        <pc:chgData name="泰弘 仲山" userId="857b4835f3abfbd8" providerId="LiveId" clId="{DD28A40F-C542-4A91-93FC-F252124506EE}" dt="2025-07-03T15:47:53.349" v="89" actId="1076"/>
        <pc:sldMkLst>
          <pc:docMk/>
          <pc:sldMk cId="3188584106" sldId="271"/>
        </pc:sldMkLst>
        <pc:picChg chg="add mod">
          <ac:chgData name="泰弘 仲山" userId="857b4835f3abfbd8" providerId="LiveId" clId="{DD28A40F-C542-4A91-93FC-F252124506EE}" dt="2025-07-03T15:47:53.349" v="89" actId="1076"/>
          <ac:picMkLst>
            <pc:docMk/>
            <pc:sldMk cId="3188584106" sldId="271"/>
            <ac:picMk id="3" creationId="{A2965758-BED1-B241-875C-19AC97792A4E}"/>
          </ac:picMkLst>
        </pc:picChg>
      </pc:sldChg>
      <pc:sldChg chg="addSp modSp new mod">
        <pc:chgData name="泰弘 仲山" userId="857b4835f3abfbd8" providerId="LiveId" clId="{DD28A40F-C542-4A91-93FC-F252124506EE}" dt="2025-07-03T15:48:11.073" v="94" actId="1076"/>
        <pc:sldMkLst>
          <pc:docMk/>
          <pc:sldMk cId="1566372709" sldId="272"/>
        </pc:sldMkLst>
        <pc:picChg chg="add mod">
          <ac:chgData name="泰弘 仲山" userId="857b4835f3abfbd8" providerId="LiveId" clId="{DD28A40F-C542-4A91-93FC-F252124506EE}" dt="2025-07-03T15:48:11.073" v="94" actId="1076"/>
          <ac:picMkLst>
            <pc:docMk/>
            <pc:sldMk cId="1566372709" sldId="272"/>
            <ac:picMk id="3" creationId="{E1BF45F8-2D0D-CFAA-F35A-9F2C2CB7D9F8}"/>
          </ac:picMkLst>
        </pc:picChg>
      </pc:sldChg>
      <pc:sldChg chg="addSp modSp new mod">
        <pc:chgData name="泰弘 仲山" userId="857b4835f3abfbd8" providerId="LiveId" clId="{DD28A40F-C542-4A91-93FC-F252124506EE}" dt="2025-07-03T15:48:43.544" v="99" actId="1076"/>
        <pc:sldMkLst>
          <pc:docMk/>
          <pc:sldMk cId="3909514364" sldId="273"/>
        </pc:sldMkLst>
        <pc:picChg chg="add mod">
          <ac:chgData name="泰弘 仲山" userId="857b4835f3abfbd8" providerId="LiveId" clId="{DD28A40F-C542-4A91-93FC-F252124506EE}" dt="2025-07-03T15:48:43.544" v="99" actId="1076"/>
          <ac:picMkLst>
            <pc:docMk/>
            <pc:sldMk cId="3909514364" sldId="273"/>
            <ac:picMk id="3" creationId="{0D8C6B6F-D364-60D8-94E6-A220D1A57018}"/>
          </ac:picMkLst>
        </pc:picChg>
      </pc:sldChg>
      <pc:sldChg chg="addSp modSp new mod">
        <pc:chgData name="泰弘 仲山" userId="857b4835f3abfbd8" providerId="LiveId" clId="{DD28A40F-C542-4A91-93FC-F252124506EE}" dt="2025-07-03T15:49:05.722" v="103" actId="14100"/>
        <pc:sldMkLst>
          <pc:docMk/>
          <pc:sldMk cId="761735875" sldId="274"/>
        </pc:sldMkLst>
        <pc:picChg chg="add mod">
          <ac:chgData name="泰弘 仲山" userId="857b4835f3abfbd8" providerId="LiveId" clId="{DD28A40F-C542-4A91-93FC-F252124506EE}" dt="2025-07-03T15:49:05.722" v="103" actId="14100"/>
          <ac:picMkLst>
            <pc:docMk/>
            <pc:sldMk cId="761735875" sldId="274"/>
            <ac:picMk id="3" creationId="{451C34EF-FCAC-3FF8-C6B9-FD9EE1A604BB}"/>
          </ac:picMkLst>
        </pc:picChg>
      </pc:sldChg>
      <pc:sldChg chg="addSp modSp new mod">
        <pc:chgData name="泰弘 仲山" userId="857b4835f3abfbd8" providerId="LiveId" clId="{DD28A40F-C542-4A91-93FC-F252124506EE}" dt="2025-07-03T15:49:24.619" v="108" actId="1076"/>
        <pc:sldMkLst>
          <pc:docMk/>
          <pc:sldMk cId="1786835182" sldId="275"/>
        </pc:sldMkLst>
        <pc:picChg chg="add mod">
          <ac:chgData name="泰弘 仲山" userId="857b4835f3abfbd8" providerId="LiveId" clId="{DD28A40F-C542-4A91-93FC-F252124506EE}" dt="2025-07-03T15:49:24.619" v="108" actId="1076"/>
          <ac:picMkLst>
            <pc:docMk/>
            <pc:sldMk cId="1786835182" sldId="275"/>
            <ac:picMk id="3" creationId="{3049FEC6-3DA0-8FD9-795C-0F78DF3F686D}"/>
          </ac:picMkLst>
        </pc:picChg>
      </pc:sldChg>
      <pc:sldChg chg="addSp modSp new mod">
        <pc:chgData name="泰弘 仲山" userId="857b4835f3abfbd8" providerId="LiveId" clId="{DD28A40F-C542-4A91-93FC-F252124506EE}" dt="2025-07-03T15:49:59.791" v="113" actId="1076"/>
        <pc:sldMkLst>
          <pc:docMk/>
          <pc:sldMk cId="2275547495" sldId="276"/>
        </pc:sldMkLst>
        <pc:picChg chg="add mod">
          <ac:chgData name="泰弘 仲山" userId="857b4835f3abfbd8" providerId="LiveId" clId="{DD28A40F-C542-4A91-93FC-F252124506EE}" dt="2025-07-03T15:49:59.791" v="113" actId="1076"/>
          <ac:picMkLst>
            <pc:docMk/>
            <pc:sldMk cId="2275547495" sldId="276"/>
            <ac:picMk id="3" creationId="{9FDC0B54-57E2-66C5-D860-0BB239CD6D05}"/>
          </ac:picMkLst>
        </pc:picChg>
      </pc:sldChg>
      <pc:sldChg chg="addSp modSp new mod">
        <pc:chgData name="泰弘 仲山" userId="857b4835f3abfbd8" providerId="LiveId" clId="{DD28A40F-C542-4A91-93FC-F252124506EE}" dt="2025-07-03T15:50:13.306" v="117" actId="14100"/>
        <pc:sldMkLst>
          <pc:docMk/>
          <pc:sldMk cId="3429237006" sldId="277"/>
        </pc:sldMkLst>
        <pc:picChg chg="add mod">
          <ac:chgData name="泰弘 仲山" userId="857b4835f3abfbd8" providerId="LiveId" clId="{DD28A40F-C542-4A91-93FC-F252124506EE}" dt="2025-07-03T15:50:13.306" v="117" actId="14100"/>
          <ac:picMkLst>
            <pc:docMk/>
            <pc:sldMk cId="3429237006" sldId="277"/>
            <ac:picMk id="3" creationId="{0DA6A965-7712-867F-CAAD-4664F5F9D27E}"/>
          </ac:picMkLst>
        </pc:picChg>
      </pc:sldChg>
      <pc:sldChg chg="addSp modSp new mod">
        <pc:chgData name="泰弘 仲山" userId="857b4835f3abfbd8" providerId="LiveId" clId="{DD28A40F-C542-4A91-93FC-F252124506EE}" dt="2025-07-03T15:50:48.203" v="121" actId="14100"/>
        <pc:sldMkLst>
          <pc:docMk/>
          <pc:sldMk cId="1290651962" sldId="278"/>
        </pc:sldMkLst>
        <pc:picChg chg="add mod">
          <ac:chgData name="泰弘 仲山" userId="857b4835f3abfbd8" providerId="LiveId" clId="{DD28A40F-C542-4A91-93FC-F252124506EE}" dt="2025-07-03T15:50:48.203" v="121" actId="14100"/>
          <ac:picMkLst>
            <pc:docMk/>
            <pc:sldMk cId="1290651962" sldId="278"/>
            <ac:picMk id="3" creationId="{F547341E-4FF2-3428-241C-B478216EB9C8}"/>
          </ac:picMkLst>
        </pc:picChg>
      </pc:sldChg>
      <pc:sldChg chg="delSp modSp new mod ord">
        <pc:chgData name="泰弘 仲山" userId="857b4835f3abfbd8" providerId="LiveId" clId="{DD28A40F-C542-4A91-93FC-F252124506EE}" dt="2025-07-03T15:51:45.099" v="127" actId="478"/>
        <pc:sldMkLst>
          <pc:docMk/>
          <pc:sldMk cId="1479239801" sldId="279"/>
        </pc:sldMkLst>
        <pc:spChg chg="mod">
          <ac:chgData name="泰弘 仲山" userId="857b4835f3abfbd8" providerId="LiveId" clId="{DD28A40F-C542-4A91-93FC-F252124506EE}" dt="2025-07-03T15:51:42.877" v="126" actId="255"/>
          <ac:spMkLst>
            <pc:docMk/>
            <pc:sldMk cId="1479239801" sldId="279"/>
            <ac:spMk id="2" creationId="{AD1538C0-6AFE-4507-519E-1BC33B2B331C}"/>
          </ac:spMkLst>
        </pc:spChg>
        <pc:spChg chg="del">
          <ac:chgData name="泰弘 仲山" userId="857b4835f3abfbd8" providerId="LiveId" clId="{DD28A40F-C542-4A91-93FC-F252124506EE}" dt="2025-07-03T15:51:45.099" v="127" actId="478"/>
          <ac:spMkLst>
            <pc:docMk/>
            <pc:sldMk cId="1479239801" sldId="279"/>
            <ac:spMk id="3" creationId="{734AD733-7AA4-839A-B538-79894387B135}"/>
          </ac:spMkLst>
        </pc:spChg>
      </pc:sldChg>
      <pc:sldMasterChg chg="addSldLayout">
        <pc:chgData name="泰弘 仲山" userId="857b4835f3abfbd8" providerId="LiveId" clId="{DD28A40F-C542-4A91-93FC-F252124506EE}" dt="2025-07-03T15:39:41.911" v="0" actId="680"/>
        <pc:sldMasterMkLst>
          <pc:docMk/>
          <pc:sldMasterMk cId="606411757" sldId="2147483648"/>
        </pc:sldMasterMkLst>
        <pc:sldLayoutChg chg="add">
          <pc:chgData name="泰弘 仲山" userId="857b4835f3abfbd8" providerId="LiveId" clId="{DD28A40F-C542-4A91-93FC-F252124506EE}" dt="2025-07-03T15:39:41.911" v="0" actId="680"/>
          <pc:sldLayoutMkLst>
            <pc:docMk/>
            <pc:sldMasterMk cId="606411757" sldId="2147483648"/>
            <pc:sldLayoutMk cId="216792357" sldId="2147483649"/>
          </pc:sldLayoutMkLst>
        </pc:sldLayoutChg>
      </pc:sldMasterChg>
      <pc:sldMasterChg chg="new mod addSldLayout">
        <pc:chgData name="泰弘 仲山" userId="857b4835f3abfbd8" providerId="LiveId" clId="{DD28A40F-C542-4A91-93FC-F252124506EE}" dt="2025-07-03T15:42:31.561" v="18" actId="6938"/>
        <pc:sldMasterMkLst>
          <pc:docMk/>
          <pc:sldMasterMk cId="1242450294" sldId="2147483650"/>
        </pc:sldMasterMkLst>
        <pc:sldLayoutChg chg="new replId">
          <pc:chgData name="泰弘 仲山" userId="857b4835f3abfbd8" providerId="LiveId" clId="{DD28A40F-C542-4A91-93FC-F252124506EE}" dt="2025-07-03T15:42:31.561" v="18" actId="6938"/>
          <pc:sldLayoutMkLst>
            <pc:docMk/>
            <pc:sldMasterMk cId="1242450294" sldId="2147483650"/>
            <pc:sldLayoutMk cId="806266126" sldId="2147483651"/>
          </pc:sldLayoutMkLst>
        </pc:sldLayoutChg>
        <pc:sldLayoutChg chg="new replId">
          <pc:chgData name="泰弘 仲山" userId="857b4835f3abfbd8" providerId="LiveId" clId="{DD28A40F-C542-4A91-93FC-F252124506EE}" dt="2025-07-03T15:42:31.561" v="18" actId="6938"/>
          <pc:sldLayoutMkLst>
            <pc:docMk/>
            <pc:sldMasterMk cId="1242450294" sldId="2147483650"/>
            <pc:sldLayoutMk cId="4227554469" sldId="2147483652"/>
          </pc:sldLayoutMkLst>
        </pc:sldLayoutChg>
        <pc:sldLayoutChg chg="new replId">
          <pc:chgData name="泰弘 仲山" userId="857b4835f3abfbd8" providerId="LiveId" clId="{DD28A40F-C542-4A91-93FC-F252124506EE}" dt="2025-07-03T15:42:31.561" v="18" actId="6938"/>
          <pc:sldLayoutMkLst>
            <pc:docMk/>
            <pc:sldMasterMk cId="1242450294" sldId="2147483650"/>
            <pc:sldLayoutMk cId="2858072746" sldId="2147483653"/>
          </pc:sldLayoutMkLst>
        </pc:sldLayoutChg>
        <pc:sldLayoutChg chg="new replId">
          <pc:chgData name="泰弘 仲山" userId="857b4835f3abfbd8" providerId="LiveId" clId="{DD28A40F-C542-4A91-93FC-F252124506EE}" dt="2025-07-03T15:42:31.561" v="18" actId="6938"/>
          <pc:sldLayoutMkLst>
            <pc:docMk/>
            <pc:sldMasterMk cId="1242450294" sldId="2147483650"/>
            <pc:sldLayoutMk cId="2861003123" sldId="2147483654"/>
          </pc:sldLayoutMkLst>
        </pc:sldLayoutChg>
        <pc:sldLayoutChg chg="new replId">
          <pc:chgData name="泰弘 仲山" userId="857b4835f3abfbd8" providerId="LiveId" clId="{DD28A40F-C542-4A91-93FC-F252124506EE}" dt="2025-07-03T15:42:31.561" v="18" actId="6938"/>
          <pc:sldLayoutMkLst>
            <pc:docMk/>
            <pc:sldMasterMk cId="1242450294" sldId="2147483650"/>
            <pc:sldLayoutMk cId="2055452305" sldId="2147483655"/>
          </pc:sldLayoutMkLst>
        </pc:sldLayoutChg>
        <pc:sldLayoutChg chg="new replId">
          <pc:chgData name="泰弘 仲山" userId="857b4835f3abfbd8" providerId="LiveId" clId="{DD28A40F-C542-4A91-93FC-F252124506EE}" dt="2025-07-03T15:42:31.561" v="18" actId="6938"/>
          <pc:sldLayoutMkLst>
            <pc:docMk/>
            <pc:sldMasterMk cId="1242450294" sldId="2147483650"/>
            <pc:sldLayoutMk cId="2614897699" sldId="2147483656"/>
          </pc:sldLayoutMkLst>
        </pc:sldLayoutChg>
        <pc:sldLayoutChg chg="new replId">
          <pc:chgData name="泰弘 仲山" userId="857b4835f3abfbd8" providerId="LiveId" clId="{DD28A40F-C542-4A91-93FC-F252124506EE}" dt="2025-07-03T15:42:31.561" v="18" actId="6938"/>
          <pc:sldLayoutMkLst>
            <pc:docMk/>
            <pc:sldMasterMk cId="1242450294" sldId="2147483650"/>
            <pc:sldLayoutMk cId="74805600" sldId="2147483657"/>
          </pc:sldLayoutMkLst>
        </pc:sldLayoutChg>
        <pc:sldLayoutChg chg="new replId">
          <pc:chgData name="泰弘 仲山" userId="857b4835f3abfbd8" providerId="LiveId" clId="{DD28A40F-C542-4A91-93FC-F252124506EE}" dt="2025-07-03T15:42:31.561" v="18" actId="6938"/>
          <pc:sldLayoutMkLst>
            <pc:docMk/>
            <pc:sldMasterMk cId="1242450294" sldId="2147483650"/>
            <pc:sldLayoutMk cId="2743878614" sldId="2147483658"/>
          </pc:sldLayoutMkLst>
        </pc:sldLayoutChg>
        <pc:sldLayoutChg chg="new replId">
          <pc:chgData name="泰弘 仲山" userId="857b4835f3abfbd8" providerId="LiveId" clId="{DD28A40F-C542-4A91-93FC-F252124506EE}" dt="2025-07-03T15:42:31.561" v="18" actId="6938"/>
          <pc:sldLayoutMkLst>
            <pc:docMk/>
            <pc:sldMasterMk cId="1242450294" sldId="2147483650"/>
            <pc:sldLayoutMk cId="3427093042" sldId="2147483659"/>
          </pc:sldLayoutMkLst>
        </pc:sldLayoutChg>
        <pc:sldLayoutChg chg="new replId">
          <pc:chgData name="泰弘 仲山" userId="857b4835f3abfbd8" providerId="LiveId" clId="{DD28A40F-C542-4A91-93FC-F252124506EE}" dt="2025-07-03T15:42:31.561" v="18" actId="6938"/>
          <pc:sldLayoutMkLst>
            <pc:docMk/>
            <pc:sldMasterMk cId="1242450294" sldId="2147483650"/>
            <pc:sldLayoutMk cId="1380237607" sldId="2147483660"/>
          </pc:sldLayoutMkLst>
        </pc:sldLayoutChg>
        <pc:sldLayoutChg chg="new replId">
          <pc:chgData name="泰弘 仲山" userId="857b4835f3abfbd8" providerId="LiveId" clId="{DD28A40F-C542-4A91-93FC-F252124506EE}" dt="2025-07-03T15:42:31.561" v="18" actId="6938"/>
          <pc:sldLayoutMkLst>
            <pc:docMk/>
            <pc:sldMasterMk cId="1242450294" sldId="2147483650"/>
            <pc:sldLayoutMk cId="1160123249" sldId="214748366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95BC2D-D619-9C9D-B210-40A02DF3A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ABC81EE-83C2-D142-8BDC-F5E7D8B6C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16792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03571F-6F46-DBAC-F4DB-B5A54868A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6CF939-4CCA-A89D-3596-69910F973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5A59CD-96C9-5C6A-E0E7-B67661980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1BFED0-BE18-9D81-95BC-CCC6806B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765DE8-C466-3504-8711-9B5DAE43D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26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653036-FD33-EDD2-3624-F9678A02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C68621-CD8F-744E-8DE1-2000FF9A8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BAD49E-5DF9-63A4-0051-4A2B05F7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970D6C-6B11-109B-4650-40E09AE4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9E617A-5476-A024-54B5-465FEB9C1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755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A08619-20B9-4752-A145-0E994DE68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60CF35-E985-126B-C852-FBBC5230E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6D2D75-591D-30FA-232A-13F0F95C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39CDAC-F78A-D992-8467-51B8CBF5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A5D153-104E-6CFC-DB81-CBC86CCE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8072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150871-99AE-6B37-E15A-4ACE8D9E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21C45C-55AC-DBD3-67E1-9CC5A9B08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4C55C97-E4C6-1DD6-6B81-084F36832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DC5EF5-46EE-2B13-1474-3994B58B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22B5A1-AF5D-608F-4ACB-B6802356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9FA1D0-4CAB-7E7F-C9C1-7F3944D0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003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56D07E-7158-3191-3892-6CD9CBDE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2D8D3C-DAA5-FB16-1833-1CDADC3BB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205C2A-9E9F-1D7A-6660-5310F6397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5A704AC-FC8D-5DA2-5CC4-3CBC9E33A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B9DF67-CE46-3200-D1A2-8BAC163EC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5EDB88-797F-9F78-AD06-E5A36DC5B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640DF9C-601A-56C8-EAA7-BADDB13E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699B98F-6C8F-11D0-0652-72204801F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45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67B60-3D30-7E3F-222C-03E9CE1E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68C6F7F-2429-FBE1-3414-9A3D1B84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B831D9-448C-C89F-9712-7D7F24C8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4C78BE7-A176-08E1-6463-775512B1E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89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821F153-DF17-9F49-99B3-F9A82BC3F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AE98933-B5C5-DA63-B667-DFC035AA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214288-EF42-67A4-5004-5DBC88DBB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805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41C5E6-97FD-E1BA-A991-6592920E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958498-394C-7DCE-2AEF-4D3CED621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E8EE79-2702-816A-1879-69C60AE5F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7B0569-8097-EF38-B6A1-037B6160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AD443C-3FAA-FFEE-FAF6-45396B2A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5F1829-E444-9E81-3077-F2BCC371E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3878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906D73-3CC4-B7C3-4242-BB7510266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558955-30A8-A003-FBD9-D6E053732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CBBA04-4FD5-6237-B0E6-64A093C8E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C5A128-CE0E-4761-4496-C8E061CC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E9F507-9888-BE2D-FB82-1D2E54DDF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18EEC9-A925-1D9C-AC89-150713951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709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56934-3272-E134-A43E-59E7FA82C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F47B5D-CCA4-DD38-8D19-03D52A409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4DBEB2-A87C-8721-36E2-8D5167DFD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5CE245-5072-2BA9-EDD8-4ED5C9A84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968F5E-E672-CF97-C4AF-245B1BE8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0237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3C0B58B-CB9E-7407-16AE-B5A9BD71BE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2A54C66-9F26-FF00-35E5-3BE0B894E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6BA7D7-47E4-B39D-1158-2A830B7CA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A8C834-4CB8-094C-DF62-3D7F8338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7EE2CF-F5C9-D9A7-6FBC-9C0EF312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012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41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F06C24F-1870-8153-0F51-B9FEE613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89B623-86E6-F936-2E4A-D7F02A6C6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1F9F4F-A09B-A9AC-2C5D-39D8DD933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6770A-8EDF-414F-A0D6-A0B9E0EDA923}" type="datetimeFigureOut">
              <a:rPr kumimoji="1" lang="ja-JP" altLang="en-US" smtClean="0"/>
              <a:t>2025/7/4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3454F1-98B8-9FDB-C623-110C5CBF5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7A2815-94CE-C0A9-A32F-D8E7CD409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90805-C667-49D7-B47C-54C4109C30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450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1538C0-6AFE-4507-519E-1BC33B2B33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sz="3200" dirty="0"/>
              <a:t>A NEW COEFFICIENT OF CORRELATION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7923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図 35">
            <a:extLst>
              <a:ext uri="{FF2B5EF4-FFF2-40B4-BE49-F238E27FC236}">
                <a16:creationId xmlns:a16="http://schemas.microsoft.com/office/drawing/2014/main" id="{E9E64E82-FE79-5697-099C-D80C00C4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91" y="861814"/>
            <a:ext cx="10445644" cy="491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2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833744D-77E7-BF05-8244-6D7CB8118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101" y="373867"/>
            <a:ext cx="8739727" cy="611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4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DDA2083-326A-2307-D263-8E5DCB89C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523" y="449346"/>
            <a:ext cx="8739890" cy="590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62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EBE6C0F-2F42-9D81-B652-24CE4A70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19" y="1255753"/>
            <a:ext cx="9914664" cy="390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7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58FC4CD-A808-32A8-CE28-DEF10AF4B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398" y="450063"/>
            <a:ext cx="9639607" cy="580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33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91D6437-B778-2882-B72C-15281A3C2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83" y="767845"/>
            <a:ext cx="10295607" cy="515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794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A0BC429-FC29-65FE-1538-EFF2CC8AB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15" y="937285"/>
            <a:ext cx="10381362" cy="50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21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D4B4192-71BE-FE25-2B00-35553D67B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401" y="443950"/>
            <a:ext cx="10186200" cy="573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80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C556508-5D12-B747-09D7-473CC5DF4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51" y="548109"/>
            <a:ext cx="10464825" cy="528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00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DA6D3FD-0E85-9DD6-BA27-48C7DD58D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11" y="443993"/>
            <a:ext cx="10583733" cy="552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55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3ACE27B-0B84-ECD0-7670-FA063B8B1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45" y="296271"/>
            <a:ext cx="9491526" cy="635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73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4920877-E58C-5520-442B-28D327422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8" y="508580"/>
            <a:ext cx="10018815" cy="59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42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ADA7239-1D55-F356-E95B-2F2FB4D4A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70" y="961681"/>
            <a:ext cx="10525147" cy="321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02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58F8CA8-9562-4DD6-1232-2C2BFDABF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19" y="369120"/>
            <a:ext cx="10305910" cy="597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66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63B0599-2E9B-D5F4-C2F5-8D9F248E1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77" y="317832"/>
            <a:ext cx="8576451" cy="622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664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2965758-BED1-B241-875C-19AC97792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54" y="708001"/>
            <a:ext cx="10424092" cy="482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584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1BF45F8-2D0D-CFAA-F35A-9F2C2CB7D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968" y="226430"/>
            <a:ext cx="8668290" cy="640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72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D8C6B6F-D364-60D8-94E6-A220D1A57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96" y="706630"/>
            <a:ext cx="10452515" cy="476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14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51C34EF-FCAC-3FF8-C6B9-FD9EE1A60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10" y="686164"/>
            <a:ext cx="10597647" cy="580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35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049FEC6-3DA0-8FD9-795C-0F78DF3F6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24" y="592979"/>
            <a:ext cx="10209592" cy="53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835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DA6A965-7712-867F-CAAD-4664F5F9D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35" y="895145"/>
            <a:ext cx="10713523" cy="401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37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FDC0B54-57E2-66C5-D860-0BB239CD6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98" y="460767"/>
            <a:ext cx="9498344" cy="593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47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547341E-4FF2-3428-241C-B478216EB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079" y="132289"/>
            <a:ext cx="9543843" cy="646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51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</Words>
  <Application>Microsoft Office PowerPoint</Application>
  <PresentationFormat>ワイド画面</PresentationFormat>
  <Paragraphs>1</Paragraphs>
  <Slides>24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24</vt:i4>
      </vt:variant>
    </vt:vector>
  </HeadingPairs>
  <TitlesOfParts>
    <vt:vector size="29" baseType="lpstr">
      <vt:lpstr>游ゴシック</vt:lpstr>
      <vt:lpstr>游ゴシック Light</vt:lpstr>
      <vt:lpstr>Arial</vt:lpstr>
      <vt:lpstr>Office テーマ</vt:lpstr>
      <vt:lpstr>デザインの設定</vt:lpstr>
      <vt:lpstr>A NEW COEFFICIENT OF CORRELATION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泰弘 仲山</dc:creator>
  <cp:lastModifiedBy>泰弘 仲山</cp:lastModifiedBy>
  <cp:revision>1</cp:revision>
  <dcterms:created xsi:type="dcterms:W3CDTF">2025-07-03T15:39:35Z</dcterms:created>
  <dcterms:modified xsi:type="dcterms:W3CDTF">2025-07-03T15:51:47Z</dcterms:modified>
</cp:coreProperties>
</file>
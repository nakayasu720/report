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8" r:id="rId5"/>
    <p:sldId id="267" r:id="rId6"/>
    <p:sldId id="263" r:id="rId7"/>
    <p:sldId id="264" r:id="rId8"/>
    <p:sldId id="265" r:id="rId9"/>
    <p:sldId id="266" r:id="rId10"/>
    <p:sldId id="271" r:id="rId11"/>
    <p:sldId id="272" r:id="rId12"/>
    <p:sldId id="273" r:id="rId13"/>
    <p:sldId id="269" r:id="rId14"/>
    <p:sldId id="270" r:id="rId15"/>
    <p:sldId id="275" r:id="rId16"/>
    <p:sldId id="276" r:id="rId17"/>
    <p:sldId id="277" r:id="rId18"/>
    <p:sldId id="259" r:id="rId19"/>
    <p:sldId id="274" r:id="rId20"/>
    <p:sldId id="278" r:id="rId21"/>
    <p:sldId id="279" r:id="rId22"/>
    <p:sldId id="280" r:id="rId23"/>
    <p:sldId id="262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67D2F-9715-47B8-81F9-8B4FF272C003}" v="66" dt="2025-12-23T17:21:56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泰弘 仲山" userId="857b4835f3abfbd8" providerId="LiveId" clId="{1719127F-B280-47D0-B899-2028F4F2809D}"/>
    <pc:docChg chg="undo custSel addSld delSld modSld sldOrd modMainMaster">
      <pc:chgData name="泰弘 仲山" userId="857b4835f3abfbd8" providerId="LiveId" clId="{1719127F-B280-47D0-B899-2028F4F2809D}" dt="2025-12-23T17:25:32.480" v="6711" actId="14100"/>
      <pc:docMkLst>
        <pc:docMk/>
      </pc:docMkLst>
      <pc:sldChg chg="modSp new mod">
        <pc:chgData name="泰弘 仲山" userId="857b4835f3abfbd8" providerId="LiveId" clId="{1719127F-B280-47D0-B899-2028F4F2809D}" dt="2025-12-23T16:46:12.973" v="5357" actId="14100"/>
        <pc:sldMkLst>
          <pc:docMk/>
          <pc:sldMk cId="3627486124" sldId="256"/>
        </pc:sldMkLst>
        <pc:spChg chg="mod">
          <ac:chgData name="泰弘 仲山" userId="857b4835f3abfbd8" providerId="LiveId" clId="{1719127F-B280-47D0-B899-2028F4F2809D}" dt="2025-12-23T16:46:12.973" v="5357" actId="14100"/>
          <ac:spMkLst>
            <pc:docMk/>
            <pc:sldMk cId="3627486124" sldId="256"/>
            <ac:spMk id="2" creationId="{6AAA08AD-ABBE-BDFB-E5E8-F0CA6A32654B}"/>
          </ac:spMkLst>
        </pc:spChg>
        <pc:spChg chg="mod">
          <ac:chgData name="泰弘 仲山" userId="857b4835f3abfbd8" providerId="LiveId" clId="{1719127F-B280-47D0-B899-2028F4F2809D}" dt="2025-12-23T16:46:10.615" v="5356" actId="1076"/>
          <ac:spMkLst>
            <pc:docMk/>
            <pc:sldMk cId="3627486124" sldId="256"/>
            <ac:spMk id="3" creationId="{E70DC557-D420-2082-6678-BDEA5550ADCD}"/>
          </ac:spMkLst>
        </pc:spChg>
      </pc:sldChg>
      <pc:sldChg chg="modSp new mod">
        <pc:chgData name="泰弘 仲山" userId="857b4835f3abfbd8" providerId="LiveId" clId="{1719127F-B280-47D0-B899-2028F4F2809D}" dt="2025-12-23T16:46:44.623" v="5404" actId="20577"/>
        <pc:sldMkLst>
          <pc:docMk/>
          <pc:sldMk cId="2136311299" sldId="257"/>
        </pc:sldMkLst>
        <pc:spChg chg="mod">
          <ac:chgData name="泰弘 仲山" userId="857b4835f3abfbd8" providerId="LiveId" clId="{1719127F-B280-47D0-B899-2028F4F2809D}" dt="2025-12-23T16:41:41.655" v="4973" actId="20577"/>
          <ac:spMkLst>
            <pc:docMk/>
            <pc:sldMk cId="2136311299" sldId="257"/>
            <ac:spMk id="2" creationId="{2F45E42A-EE4D-549E-2A3E-D3C8D39197B1}"/>
          </ac:spMkLst>
        </pc:spChg>
        <pc:spChg chg="mod">
          <ac:chgData name="泰弘 仲山" userId="857b4835f3abfbd8" providerId="LiveId" clId="{1719127F-B280-47D0-B899-2028F4F2809D}" dt="2025-12-23T16:46:44.623" v="5404" actId="20577"/>
          <ac:spMkLst>
            <pc:docMk/>
            <pc:sldMk cId="2136311299" sldId="257"/>
            <ac:spMk id="3" creationId="{A826D038-EAC8-1741-7CBE-6FE27003E492}"/>
          </ac:spMkLst>
        </pc:spChg>
      </pc:sldChg>
      <pc:sldChg chg="addSp delSp modSp new mod">
        <pc:chgData name="泰弘 仲山" userId="857b4835f3abfbd8" providerId="LiveId" clId="{1719127F-B280-47D0-B899-2028F4F2809D}" dt="2025-12-23T16:12:56.819" v="4296" actId="478"/>
        <pc:sldMkLst>
          <pc:docMk/>
          <pc:sldMk cId="376465862" sldId="258"/>
        </pc:sldMkLst>
        <pc:spChg chg="mod">
          <ac:chgData name="泰弘 仲山" userId="857b4835f3abfbd8" providerId="LiveId" clId="{1719127F-B280-47D0-B899-2028F4F2809D}" dt="2025-12-21T14:29:10.743" v="54" actId="20577"/>
          <ac:spMkLst>
            <pc:docMk/>
            <pc:sldMk cId="376465862" sldId="258"/>
            <ac:spMk id="2" creationId="{D7AD7363-1CB8-CCC3-3AF3-03BB359991BE}"/>
          </ac:spMkLst>
        </pc:spChg>
        <pc:spChg chg="mod">
          <ac:chgData name="泰弘 仲山" userId="857b4835f3abfbd8" providerId="LiveId" clId="{1719127F-B280-47D0-B899-2028F4F2809D}" dt="2025-12-23T14:25:39.937" v="2970" actId="20577"/>
          <ac:spMkLst>
            <pc:docMk/>
            <pc:sldMk cId="376465862" sldId="258"/>
            <ac:spMk id="3" creationId="{B18E2A6C-7D33-8AF5-B7FD-9FEA7C06F261}"/>
          </ac:spMkLst>
        </pc:spChg>
        <pc:spChg chg="add mod">
          <ac:chgData name="泰弘 仲山" userId="857b4835f3abfbd8" providerId="LiveId" clId="{1719127F-B280-47D0-B899-2028F4F2809D}" dt="2025-12-23T13:05:35.065" v="1983" actId="20577"/>
          <ac:spMkLst>
            <pc:docMk/>
            <pc:sldMk cId="376465862" sldId="258"/>
            <ac:spMk id="4" creationId="{5F2EA6E7-C111-1395-AACF-247F77A4F517}"/>
          </ac:spMkLst>
        </pc:spChg>
        <pc:picChg chg="add mod">
          <ac:chgData name="泰弘 仲山" userId="857b4835f3abfbd8" providerId="LiveId" clId="{1719127F-B280-47D0-B899-2028F4F2809D}" dt="2025-12-23T13:05:17.458" v="1961" actId="1076"/>
          <ac:picMkLst>
            <pc:docMk/>
            <pc:sldMk cId="376465862" sldId="258"/>
            <ac:picMk id="5" creationId="{32673F2C-E8C4-947E-F505-5C82BDFACAA8}"/>
          </ac:picMkLst>
        </pc:picChg>
        <pc:picChg chg="add mod">
          <ac:chgData name="泰弘 仲山" userId="857b4835f3abfbd8" providerId="LiveId" clId="{1719127F-B280-47D0-B899-2028F4F2809D}" dt="2025-12-23T13:14:47.930" v="2356" actId="1036"/>
          <ac:picMkLst>
            <pc:docMk/>
            <pc:sldMk cId="376465862" sldId="258"/>
            <ac:picMk id="7" creationId="{C45736C2-1595-B4AC-3319-813FE4DDE3F5}"/>
          </ac:picMkLst>
        </pc:picChg>
        <pc:picChg chg="add mod">
          <ac:chgData name="泰弘 仲山" userId="857b4835f3abfbd8" providerId="LiveId" clId="{1719127F-B280-47D0-B899-2028F4F2809D}" dt="2025-12-23T13:16:27.763" v="2369" actId="1076"/>
          <ac:picMkLst>
            <pc:docMk/>
            <pc:sldMk cId="376465862" sldId="258"/>
            <ac:picMk id="8" creationId="{B1C8D111-8612-F007-26C0-A6E4319222BB}"/>
          </ac:picMkLst>
        </pc:picChg>
        <pc:picChg chg="add del mod">
          <ac:chgData name="泰弘 仲山" userId="857b4835f3abfbd8" providerId="LiveId" clId="{1719127F-B280-47D0-B899-2028F4F2809D}" dt="2025-12-23T16:12:56.819" v="4296" actId="478"/>
          <ac:picMkLst>
            <pc:docMk/>
            <pc:sldMk cId="376465862" sldId="258"/>
            <ac:picMk id="11" creationId="{33E7ECBA-7056-2C26-D5A7-8CAEDCD0A33C}"/>
          </ac:picMkLst>
        </pc:picChg>
      </pc:sldChg>
      <pc:sldChg chg="addSp modSp new mod">
        <pc:chgData name="泰弘 仲山" userId="857b4835f3abfbd8" providerId="LiveId" clId="{1719127F-B280-47D0-B899-2028F4F2809D}" dt="2025-12-23T16:13:35.571" v="4313" actId="20577"/>
        <pc:sldMkLst>
          <pc:docMk/>
          <pc:sldMk cId="1695847990" sldId="259"/>
        </pc:sldMkLst>
        <pc:spChg chg="mod">
          <ac:chgData name="泰弘 仲山" userId="857b4835f3abfbd8" providerId="LiveId" clId="{1719127F-B280-47D0-B899-2028F4F2809D}" dt="2025-12-21T14:29:37.451" v="78" actId="20577"/>
          <ac:spMkLst>
            <pc:docMk/>
            <pc:sldMk cId="1695847990" sldId="259"/>
            <ac:spMk id="2" creationId="{0B47F0C0-5A19-A5E2-84C2-E7DBA53EF86A}"/>
          </ac:spMkLst>
        </pc:spChg>
        <pc:spChg chg="mod">
          <ac:chgData name="泰弘 仲山" userId="857b4835f3abfbd8" providerId="LiveId" clId="{1719127F-B280-47D0-B899-2028F4F2809D}" dt="2025-12-23T16:13:35.571" v="4313" actId="20577"/>
          <ac:spMkLst>
            <pc:docMk/>
            <pc:sldMk cId="1695847990" sldId="259"/>
            <ac:spMk id="3" creationId="{DF74589E-FA33-F23E-E245-DF7AEF8D6393}"/>
          </ac:spMkLst>
        </pc:spChg>
        <pc:picChg chg="add mod">
          <ac:chgData name="泰弘 仲山" userId="857b4835f3abfbd8" providerId="LiveId" clId="{1719127F-B280-47D0-B899-2028F4F2809D}" dt="2025-12-21T14:56:10.810" v="756" actId="1076"/>
          <ac:picMkLst>
            <pc:docMk/>
            <pc:sldMk cId="1695847990" sldId="259"/>
            <ac:picMk id="5" creationId="{C976D9A3-6722-5BB8-2334-E76FCEEA6BAE}"/>
          </ac:picMkLst>
        </pc:picChg>
      </pc:sldChg>
      <pc:sldChg chg="addSp delSp modSp new del mod ord">
        <pc:chgData name="泰弘 仲山" userId="857b4835f3abfbd8" providerId="LiveId" clId="{1719127F-B280-47D0-B899-2028F4F2809D}" dt="2025-12-23T15:23:22.484" v="3103" actId="47"/>
        <pc:sldMkLst>
          <pc:docMk/>
          <pc:sldMk cId="3298929357" sldId="260"/>
        </pc:sldMkLst>
        <pc:spChg chg="add del mod">
          <ac:chgData name="泰弘 仲山" userId="857b4835f3abfbd8" providerId="LiveId" clId="{1719127F-B280-47D0-B899-2028F4F2809D}" dt="2025-12-23T15:23:16.187" v="3100" actId="21"/>
          <ac:spMkLst>
            <pc:docMk/>
            <pc:sldMk cId="3298929357" sldId="260"/>
            <ac:spMk id="6" creationId="{E51A554D-A9BD-0F81-7EF6-BD87B2E22F6B}"/>
          </ac:spMkLst>
        </pc:spChg>
      </pc:sldChg>
      <pc:sldChg chg="addSp modSp new del mod">
        <pc:chgData name="泰弘 仲山" userId="857b4835f3abfbd8" providerId="LiveId" clId="{1719127F-B280-47D0-B899-2028F4F2809D}" dt="2025-12-23T16:49:18.807" v="5522" actId="47"/>
        <pc:sldMkLst>
          <pc:docMk/>
          <pc:sldMk cId="1285438954" sldId="261"/>
        </pc:sldMkLst>
      </pc:sldChg>
      <pc:sldChg chg="addSp modSp new mod">
        <pc:chgData name="泰弘 仲山" userId="857b4835f3abfbd8" providerId="LiveId" clId="{1719127F-B280-47D0-B899-2028F4F2809D}" dt="2025-12-23T16:49:25.966" v="5524" actId="1076"/>
        <pc:sldMkLst>
          <pc:docMk/>
          <pc:sldMk cId="4087675725" sldId="262"/>
        </pc:sldMkLst>
        <pc:picChg chg="add mod">
          <ac:chgData name="泰弘 仲山" userId="857b4835f3abfbd8" providerId="LiveId" clId="{1719127F-B280-47D0-B899-2028F4F2809D}" dt="2025-12-23T16:49:24.482" v="5523" actId="1076"/>
          <ac:picMkLst>
            <pc:docMk/>
            <pc:sldMk cId="4087675725" sldId="262"/>
            <ac:picMk id="3" creationId="{E8B3B2A3-17E3-3CC3-4BE9-EACE9DBCACFB}"/>
          </ac:picMkLst>
        </pc:picChg>
        <pc:picChg chg="add mod">
          <ac:chgData name="泰弘 仲山" userId="857b4835f3abfbd8" providerId="LiveId" clId="{1719127F-B280-47D0-B899-2028F4F2809D}" dt="2025-12-23T16:49:25.966" v="5524" actId="1076"/>
          <ac:picMkLst>
            <pc:docMk/>
            <pc:sldMk cId="4087675725" sldId="262"/>
            <ac:picMk id="5" creationId="{CB684720-1622-F8B5-FC21-4CCD44A101CB}"/>
          </ac:picMkLst>
        </pc:picChg>
      </pc:sldChg>
      <pc:sldChg chg="addSp delSp modSp new mod">
        <pc:chgData name="泰弘 仲山" userId="857b4835f3abfbd8" providerId="LiveId" clId="{1719127F-B280-47D0-B899-2028F4F2809D}" dt="2025-12-23T14:27:19.118" v="2978" actId="1076"/>
        <pc:sldMkLst>
          <pc:docMk/>
          <pc:sldMk cId="606212361" sldId="263"/>
        </pc:sldMkLst>
        <pc:spChg chg="mod">
          <ac:chgData name="泰弘 仲山" userId="857b4835f3abfbd8" providerId="LiveId" clId="{1719127F-B280-47D0-B899-2028F4F2809D}" dt="2025-12-23T13:45:35.433" v="2811" actId="20577"/>
          <ac:spMkLst>
            <pc:docMk/>
            <pc:sldMk cId="606212361" sldId="263"/>
            <ac:spMk id="2" creationId="{F7F7DDB1-CB9C-E632-D1E4-90BD03298909}"/>
          </ac:spMkLst>
        </pc:spChg>
        <pc:spChg chg="del mod">
          <ac:chgData name="泰弘 仲山" userId="857b4835f3abfbd8" providerId="LiveId" clId="{1719127F-B280-47D0-B899-2028F4F2809D}" dt="2025-12-23T14:27:14.690" v="2976" actId="478"/>
          <ac:spMkLst>
            <pc:docMk/>
            <pc:sldMk cId="606212361" sldId="263"/>
            <ac:spMk id="3" creationId="{D0381B0D-E3CE-78DC-2382-ACE3B11C8C9D}"/>
          </ac:spMkLst>
        </pc:spChg>
        <pc:spChg chg="add del mod">
          <ac:chgData name="泰弘 仲山" userId="857b4835f3abfbd8" providerId="LiveId" clId="{1719127F-B280-47D0-B899-2028F4F2809D}" dt="2025-12-23T14:27:17.138" v="2977" actId="478"/>
          <ac:spMkLst>
            <pc:docMk/>
            <pc:sldMk cId="606212361" sldId="263"/>
            <ac:spMk id="7" creationId="{E0C5524C-2E20-5144-5DD3-E10C90E80E51}"/>
          </ac:spMkLst>
        </pc:spChg>
        <pc:graphicFrameChg chg="add mod modGraphic">
          <ac:chgData name="泰弘 仲山" userId="857b4835f3abfbd8" providerId="LiveId" clId="{1719127F-B280-47D0-B899-2028F4F2809D}" dt="2025-12-23T14:27:19.118" v="2978" actId="1076"/>
          <ac:graphicFrameMkLst>
            <pc:docMk/>
            <pc:sldMk cId="606212361" sldId="263"/>
            <ac:graphicFrameMk id="4" creationId="{80A1AE3F-5928-9066-656C-F333F149FAE9}"/>
          </ac:graphicFrameMkLst>
        </pc:graphicFrameChg>
      </pc:sldChg>
      <pc:sldChg chg="addSp delSp modSp new mod">
        <pc:chgData name="泰弘 仲山" userId="857b4835f3abfbd8" providerId="LiveId" clId="{1719127F-B280-47D0-B899-2028F4F2809D}" dt="2025-12-23T15:52:20.769" v="3428" actId="1076"/>
        <pc:sldMkLst>
          <pc:docMk/>
          <pc:sldMk cId="334745075" sldId="264"/>
        </pc:sldMkLst>
        <pc:spChg chg="mod">
          <ac:chgData name="泰弘 仲山" userId="857b4835f3abfbd8" providerId="LiveId" clId="{1719127F-B280-47D0-B899-2028F4F2809D}" dt="2025-12-21T15:30:09.290" v="1890" actId="20577"/>
          <ac:spMkLst>
            <pc:docMk/>
            <pc:sldMk cId="334745075" sldId="264"/>
            <ac:spMk id="2" creationId="{99B8C819-A22A-D4F0-5E17-B3E9C5086BCC}"/>
          </ac:spMkLst>
        </pc:spChg>
        <pc:spChg chg="mod">
          <ac:chgData name="泰弘 仲山" userId="857b4835f3abfbd8" providerId="LiveId" clId="{1719127F-B280-47D0-B899-2028F4F2809D}" dt="2025-12-23T14:36:42.635" v="3004" actId="1076"/>
          <ac:spMkLst>
            <pc:docMk/>
            <pc:sldMk cId="334745075" sldId="264"/>
            <ac:spMk id="3" creationId="{78D2B2BF-8DB9-DEF2-B381-D8659C8929AB}"/>
          </ac:spMkLst>
        </pc:spChg>
        <pc:grpChg chg="add mod">
          <ac:chgData name="泰弘 仲山" userId="857b4835f3abfbd8" providerId="LiveId" clId="{1719127F-B280-47D0-B899-2028F4F2809D}" dt="2025-12-23T14:38:42.052" v="3018" actId="164"/>
          <ac:grpSpMkLst>
            <pc:docMk/>
            <pc:sldMk cId="334745075" sldId="264"/>
            <ac:grpSpMk id="22" creationId="{E25AF0C8-0049-4E1F-5476-38A3415F4059}"/>
          </ac:grpSpMkLst>
        </pc:grpChg>
        <pc:picChg chg="add del mod">
          <ac:chgData name="泰弘 仲山" userId="857b4835f3abfbd8" providerId="LiveId" clId="{1719127F-B280-47D0-B899-2028F4F2809D}" dt="2025-12-23T14:59:41.982" v="3094" actId="478"/>
          <ac:picMkLst>
            <pc:docMk/>
            <pc:sldMk cId="334745075" sldId="264"/>
            <ac:picMk id="5" creationId="{4333388A-F0E9-1DC4-D086-23693399DB23}"/>
          </ac:picMkLst>
        </pc:picChg>
        <pc:picChg chg="add del mod">
          <ac:chgData name="泰弘 仲山" userId="857b4835f3abfbd8" providerId="LiveId" clId="{1719127F-B280-47D0-B899-2028F4F2809D}" dt="2025-12-23T14:32:41.758" v="2983" actId="478"/>
          <ac:picMkLst>
            <pc:docMk/>
            <pc:sldMk cId="334745075" sldId="264"/>
            <ac:picMk id="7" creationId="{FF14D569-52D7-B91B-505B-EE0FDF9E1B37}"/>
          </ac:picMkLst>
        </pc:picChg>
        <pc:picChg chg="add mod">
          <ac:chgData name="泰弘 仲山" userId="857b4835f3abfbd8" providerId="LiveId" clId="{1719127F-B280-47D0-B899-2028F4F2809D}" dt="2025-12-23T14:36:41.208" v="3003" actId="14100"/>
          <ac:picMkLst>
            <pc:docMk/>
            <pc:sldMk cId="334745075" sldId="264"/>
            <ac:picMk id="8" creationId="{AC9419B0-F9B1-E2BE-02D9-0CF9DA29AF64}"/>
          </ac:picMkLst>
        </pc:picChg>
        <pc:picChg chg="add del mod">
          <ac:chgData name="泰弘 仲山" userId="857b4835f3abfbd8" providerId="LiveId" clId="{1719127F-B280-47D0-B899-2028F4F2809D}" dt="2025-12-23T14:32:42.590" v="2984" actId="478"/>
          <ac:picMkLst>
            <pc:docMk/>
            <pc:sldMk cId="334745075" sldId="264"/>
            <ac:picMk id="9" creationId="{D2F90726-866A-F762-CA82-E45933153DA6}"/>
          </ac:picMkLst>
        </pc:picChg>
        <pc:picChg chg="add del mod">
          <ac:chgData name="泰弘 仲山" userId="857b4835f3abfbd8" providerId="LiveId" clId="{1719127F-B280-47D0-B899-2028F4F2809D}" dt="2025-12-23T14:42:23.159" v="3034" actId="478"/>
          <ac:picMkLst>
            <pc:docMk/>
            <pc:sldMk cId="334745075" sldId="264"/>
            <ac:picMk id="11" creationId="{B7CF60F8-0CC2-B59C-B413-7D37BFB166F2}"/>
          </ac:picMkLst>
        </pc:picChg>
        <pc:picChg chg="add mod">
          <ac:chgData name="泰弘 仲山" userId="857b4835f3abfbd8" providerId="LiveId" clId="{1719127F-B280-47D0-B899-2028F4F2809D}" dt="2025-12-23T14:38:42.052" v="3018" actId="164"/>
          <ac:picMkLst>
            <pc:docMk/>
            <pc:sldMk cId="334745075" sldId="264"/>
            <ac:picMk id="12" creationId="{6748D174-6EA4-96E3-DA8B-7772DB2BCF8B}"/>
          </ac:picMkLst>
        </pc:picChg>
        <pc:picChg chg="add del mod">
          <ac:chgData name="泰弘 仲山" userId="857b4835f3abfbd8" providerId="LiveId" clId="{1719127F-B280-47D0-B899-2028F4F2809D}" dt="2025-12-23T14:42:56.373" v="3048" actId="478"/>
          <ac:picMkLst>
            <pc:docMk/>
            <pc:sldMk cId="334745075" sldId="264"/>
            <ac:picMk id="13" creationId="{3B00BEE1-9374-F5AA-A15F-CC27D8109450}"/>
          </ac:picMkLst>
        </pc:picChg>
        <pc:picChg chg="add del mod">
          <ac:chgData name="泰弘 仲山" userId="857b4835f3abfbd8" providerId="LiveId" clId="{1719127F-B280-47D0-B899-2028F4F2809D}" dt="2025-12-23T14:43:12.862" v="3056" actId="478"/>
          <ac:picMkLst>
            <pc:docMk/>
            <pc:sldMk cId="334745075" sldId="264"/>
            <ac:picMk id="15" creationId="{09C2ACAD-5D99-C62F-5999-447F76063463}"/>
          </ac:picMkLst>
        </pc:picChg>
        <pc:picChg chg="add mod">
          <ac:chgData name="泰弘 仲山" userId="857b4835f3abfbd8" providerId="LiveId" clId="{1719127F-B280-47D0-B899-2028F4F2809D}" dt="2025-12-23T14:42:39.428" v="3044" actId="1036"/>
          <ac:picMkLst>
            <pc:docMk/>
            <pc:sldMk cId="334745075" sldId="264"/>
            <ac:picMk id="24" creationId="{B0E8AAC9-6B2A-D5AE-F708-485B460958C4}"/>
          </ac:picMkLst>
        </pc:picChg>
        <pc:picChg chg="add mod">
          <ac:chgData name="泰弘 仲山" userId="857b4835f3abfbd8" providerId="LiveId" clId="{1719127F-B280-47D0-B899-2028F4F2809D}" dt="2025-12-23T14:43:03.828" v="3052" actId="14100"/>
          <ac:picMkLst>
            <pc:docMk/>
            <pc:sldMk cId="334745075" sldId="264"/>
            <ac:picMk id="26" creationId="{353C8565-4C59-CD02-3B85-82C39DD813C9}"/>
          </ac:picMkLst>
        </pc:picChg>
        <pc:picChg chg="add mod">
          <ac:chgData name="泰弘 仲山" userId="857b4835f3abfbd8" providerId="LiveId" clId="{1719127F-B280-47D0-B899-2028F4F2809D}" dt="2025-12-23T14:43:27.358" v="3060" actId="14100"/>
          <ac:picMkLst>
            <pc:docMk/>
            <pc:sldMk cId="334745075" sldId="264"/>
            <ac:picMk id="28" creationId="{4045BC54-DDD1-0E18-C489-46370368A44E}"/>
          </ac:picMkLst>
        </pc:picChg>
        <pc:picChg chg="add mod">
          <ac:chgData name="泰弘 仲山" userId="857b4835f3abfbd8" providerId="LiveId" clId="{1719127F-B280-47D0-B899-2028F4F2809D}" dt="2025-12-23T15:52:20.769" v="3428" actId="1076"/>
          <ac:picMkLst>
            <pc:docMk/>
            <pc:sldMk cId="334745075" sldId="264"/>
            <ac:picMk id="30" creationId="{A88E0D25-6580-6C17-EFBA-C8E015CC175D}"/>
          </ac:picMkLst>
        </pc:picChg>
        <pc:cxnChg chg="add mod">
          <ac:chgData name="泰弘 仲山" userId="857b4835f3abfbd8" providerId="LiveId" clId="{1719127F-B280-47D0-B899-2028F4F2809D}" dt="2025-12-23T14:38:42.052" v="3018" actId="164"/>
          <ac:cxnSpMkLst>
            <pc:docMk/>
            <pc:sldMk cId="334745075" sldId="264"/>
            <ac:cxnSpMk id="16" creationId="{A014BC1D-8F92-2045-1F4D-8E079D6C5EDB}"/>
          </ac:cxnSpMkLst>
        </pc:cxnChg>
        <pc:cxnChg chg="add mod">
          <ac:chgData name="泰弘 仲山" userId="857b4835f3abfbd8" providerId="LiveId" clId="{1719127F-B280-47D0-B899-2028F4F2809D}" dt="2025-12-23T14:38:42.052" v="3018" actId="164"/>
          <ac:cxnSpMkLst>
            <pc:docMk/>
            <pc:sldMk cId="334745075" sldId="264"/>
            <ac:cxnSpMk id="17" creationId="{B430D8E6-AEC8-8759-1AB1-A83F23C56D23}"/>
          </ac:cxnSpMkLst>
        </pc:cxnChg>
        <pc:cxnChg chg="add mod">
          <ac:chgData name="泰弘 仲山" userId="857b4835f3abfbd8" providerId="LiveId" clId="{1719127F-B280-47D0-B899-2028F4F2809D}" dt="2025-12-23T14:38:42.052" v="3018" actId="164"/>
          <ac:cxnSpMkLst>
            <pc:docMk/>
            <pc:sldMk cId="334745075" sldId="264"/>
            <ac:cxnSpMk id="21" creationId="{8DB98F09-0D7D-525A-F6C7-251A226980E5}"/>
          </ac:cxnSpMkLst>
        </pc:cxnChg>
      </pc:sldChg>
      <pc:sldChg chg="addSp delSp modSp new mod">
        <pc:chgData name="泰弘 仲山" userId="857b4835f3abfbd8" providerId="LiveId" clId="{1719127F-B280-47D0-B899-2028F4F2809D}" dt="2025-12-23T14:45:14.626" v="3090" actId="1076"/>
        <pc:sldMkLst>
          <pc:docMk/>
          <pc:sldMk cId="3834742974" sldId="265"/>
        </pc:sldMkLst>
        <pc:spChg chg="mod">
          <ac:chgData name="泰弘 仲山" userId="857b4835f3abfbd8" providerId="LiveId" clId="{1719127F-B280-47D0-B899-2028F4F2809D}" dt="2025-12-21T15:30:03.069" v="1885" actId="20577"/>
          <ac:spMkLst>
            <pc:docMk/>
            <pc:sldMk cId="3834742974" sldId="265"/>
            <ac:spMk id="2" creationId="{3B642605-FDC0-204C-7141-0482974C4F23}"/>
          </ac:spMkLst>
        </pc:spChg>
        <pc:spChg chg="mod">
          <ac:chgData name="泰弘 仲山" userId="857b4835f3abfbd8" providerId="LiveId" clId="{1719127F-B280-47D0-B899-2028F4F2809D}" dt="2025-12-21T15:28:59.167" v="1880" actId="20577"/>
          <ac:spMkLst>
            <pc:docMk/>
            <pc:sldMk cId="3834742974" sldId="265"/>
            <ac:spMk id="3" creationId="{C8B14E35-9957-3571-5D15-E50339E9F571}"/>
          </ac:spMkLst>
        </pc:spChg>
        <pc:picChg chg="add del mod">
          <ac:chgData name="泰弘 仲山" userId="857b4835f3abfbd8" providerId="LiveId" clId="{1719127F-B280-47D0-B899-2028F4F2809D}" dt="2025-12-23T14:43:40.976" v="3064" actId="478"/>
          <ac:picMkLst>
            <pc:docMk/>
            <pc:sldMk cId="3834742974" sldId="265"/>
            <ac:picMk id="5" creationId="{CDB74478-32D9-F2AB-DAF4-B0A338F79B30}"/>
          </ac:picMkLst>
        </pc:picChg>
        <pc:picChg chg="add del mod">
          <ac:chgData name="泰弘 仲山" userId="857b4835f3abfbd8" providerId="LiveId" clId="{1719127F-B280-47D0-B899-2028F4F2809D}" dt="2025-12-23T14:41:49.503" v="3026" actId="478"/>
          <ac:picMkLst>
            <pc:docMk/>
            <pc:sldMk cId="3834742974" sldId="265"/>
            <ac:picMk id="7" creationId="{9063503F-81F0-8CBF-8895-CCB64D1E40E9}"/>
          </ac:picMkLst>
        </pc:picChg>
        <pc:picChg chg="add mod">
          <ac:chgData name="泰弘 仲山" userId="857b4835f3abfbd8" providerId="LiveId" clId="{1719127F-B280-47D0-B899-2028F4F2809D}" dt="2025-12-23T14:43:46.123" v="3066" actId="14100"/>
          <ac:picMkLst>
            <pc:docMk/>
            <pc:sldMk cId="3834742974" sldId="265"/>
            <ac:picMk id="8" creationId="{9ADC08E0-AEA3-7029-F7C3-9DDD08F4C153}"/>
          </ac:picMkLst>
        </pc:picChg>
        <pc:picChg chg="add del mod">
          <ac:chgData name="泰弘 仲山" userId="857b4835f3abfbd8" providerId="LiveId" clId="{1719127F-B280-47D0-B899-2028F4F2809D}" dt="2025-12-23T14:44:09.129" v="3074" actId="478"/>
          <ac:picMkLst>
            <pc:docMk/>
            <pc:sldMk cId="3834742974" sldId="265"/>
            <ac:picMk id="9" creationId="{1FEE8AAD-048A-4A5E-9D1C-ADCE3E0B7FAD}"/>
          </ac:picMkLst>
        </pc:picChg>
        <pc:picChg chg="add del mod">
          <ac:chgData name="泰弘 仲山" userId="857b4835f3abfbd8" providerId="LiveId" clId="{1719127F-B280-47D0-B899-2028F4F2809D}" dt="2025-12-23T14:45:07.146" v="3087" actId="478"/>
          <ac:picMkLst>
            <pc:docMk/>
            <pc:sldMk cId="3834742974" sldId="265"/>
            <ac:picMk id="11" creationId="{AE7329DF-6EED-5C23-0228-A87843B2154D}"/>
          </ac:picMkLst>
        </pc:picChg>
        <pc:picChg chg="add mod">
          <ac:chgData name="泰弘 仲山" userId="857b4835f3abfbd8" providerId="LiveId" clId="{1719127F-B280-47D0-B899-2028F4F2809D}" dt="2025-12-23T14:41:54.530" v="3029" actId="1076"/>
          <ac:picMkLst>
            <pc:docMk/>
            <pc:sldMk cId="3834742974" sldId="265"/>
            <ac:picMk id="12" creationId="{3BC1D7C3-845F-299B-E68D-F7BA0E088F79}"/>
          </ac:picMkLst>
        </pc:picChg>
        <pc:picChg chg="add del mod">
          <ac:chgData name="泰弘 仲山" userId="857b4835f3abfbd8" providerId="LiveId" clId="{1719127F-B280-47D0-B899-2028F4F2809D}" dt="2025-12-23T14:44:51.628" v="3083" actId="478"/>
          <ac:picMkLst>
            <pc:docMk/>
            <pc:sldMk cId="3834742974" sldId="265"/>
            <ac:picMk id="13" creationId="{77E9EC88-B62D-3BC4-B227-E7914FF7CEFB}"/>
          </ac:picMkLst>
        </pc:picChg>
        <pc:picChg chg="add mod">
          <ac:chgData name="泰弘 仲山" userId="857b4835f3abfbd8" providerId="LiveId" clId="{1719127F-B280-47D0-B899-2028F4F2809D}" dt="2025-12-23T14:43:55.810" v="3069" actId="14100"/>
          <ac:picMkLst>
            <pc:docMk/>
            <pc:sldMk cId="3834742974" sldId="265"/>
            <ac:picMk id="15" creationId="{8F9846D7-EDB2-6A79-9222-667C29BA8105}"/>
          </ac:picMkLst>
        </pc:picChg>
        <pc:picChg chg="add mod">
          <ac:chgData name="泰弘 仲山" userId="857b4835f3abfbd8" providerId="LiveId" clId="{1719127F-B280-47D0-B899-2028F4F2809D}" dt="2025-12-23T14:44:23.391" v="3078" actId="14100"/>
          <ac:picMkLst>
            <pc:docMk/>
            <pc:sldMk cId="3834742974" sldId="265"/>
            <ac:picMk id="17" creationId="{71D052EA-C644-7500-FBF8-21938A7B5FC0}"/>
          </ac:picMkLst>
        </pc:picChg>
        <pc:picChg chg="add mod">
          <ac:chgData name="泰弘 仲山" userId="857b4835f3abfbd8" providerId="LiveId" clId="{1719127F-B280-47D0-B899-2028F4F2809D}" dt="2025-12-23T14:44:56.245" v="3085" actId="1076"/>
          <ac:picMkLst>
            <pc:docMk/>
            <pc:sldMk cId="3834742974" sldId="265"/>
            <ac:picMk id="19" creationId="{07D05746-A178-53AA-45ED-0900BEDF2450}"/>
          </ac:picMkLst>
        </pc:picChg>
        <pc:picChg chg="add mod">
          <ac:chgData name="泰弘 仲山" userId="857b4835f3abfbd8" providerId="LiveId" clId="{1719127F-B280-47D0-B899-2028F4F2809D}" dt="2025-12-23T14:45:14.626" v="3090" actId="1076"/>
          <ac:picMkLst>
            <pc:docMk/>
            <pc:sldMk cId="3834742974" sldId="265"/>
            <ac:picMk id="21" creationId="{BC070E08-3D52-5399-9070-6DDCE19B0095}"/>
          </ac:picMkLst>
        </pc:picChg>
      </pc:sldChg>
      <pc:sldChg chg="addSp delSp modSp new mod">
        <pc:chgData name="泰弘 仲山" userId="857b4835f3abfbd8" providerId="LiveId" clId="{1719127F-B280-47D0-B899-2028F4F2809D}" dt="2025-12-23T15:49:54.070" v="3315" actId="20577"/>
        <pc:sldMkLst>
          <pc:docMk/>
          <pc:sldMk cId="2032291273" sldId="266"/>
        </pc:sldMkLst>
        <pc:spChg chg="mod">
          <ac:chgData name="泰弘 仲山" userId="857b4835f3abfbd8" providerId="LiveId" clId="{1719127F-B280-47D0-B899-2028F4F2809D}" dt="2025-12-23T15:49:54.070" v="3315" actId="20577"/>
          <ac:spMkLst>
            <pc:docMk/>
            <pc:sldMk cId="2032291273" sldId="266"/>
            <ac:spMk id="2" creationId="{9ACCE14C-8AAC-A167-E711-136E1F9536A8}"/>
          </ac:spMkLst>
        </pc:spChg>
        <pc:spChg chg="mod">
          <ac:chgData name="泰弘 仲山" userId="857b4835f3abfbd8" providerId="LiveId" clId="{1719127F-B280-47D0-B899-2028F4F2809D}" dt="2025-12-23T15:49:29.423" v="3307" actId="15"/>
          <ac:spMkLst>
            <pc:docMk/>
            <pc:sldMk cId="2032291273" sldId="266"/>
            <ac:spMk id="3" creationId="{B3DEA6B1-62F1-93FA-10D1-BEF5F1873C90}"/>
          </ac:spMkLst>
        </pc:spChg>
        <pc:picChg chg="add del mod">
          <ac:chgData name="泰弘 仲山" userId="857b4835f3abfbd8" providerId="LiveId" clId="{1719127F-B280-47D0-B899-2028F4F2809D}" dt="2025-12-23T15:48:22.179" v="3288" actId="21"/>
          <ac:picMkLst>
            <pc:docMk/>
            <pc:sldMk cId="2032291273" sldId="266"/>
            <ac:picMk id="5" creationId="{D8739895-0809-BD45-6592-7F8C33178D51}"/>
          </ac:picMkLst>
        </pc:picChg>
        <pc:picChg chg="add del mod">
          <ac:chgData name="泰弘 仲山" userId="857b4835f3abfbd8" providerId="LiveId" clId="{1719127F-B280-47D0-B899-2028F4F2809D}" dt="2025-12-23T15:48:22.179" v="3288" actId="21"/>
          <ac:picMkLst>
            <pc:docMk/>
            <pc:sldMk cId="2032291273" sldId="266"/>
            <ac:picMk id="7" creationId="{C203166C-C7E4-6747-D263-679D450CE387}"/>
          </ac:picMkLst>
        </pc:picChg>
        <pc:picChg chg="add mod">
          <ac:chgData name="泰弘 仲山" userId="857b4835f3abfbd8" providerId="LiveId" clId="{1719127F-B280-47D0-B899-2028F4F2809D}" dt="2025-12-23T15:49:09.429" v="3298" actId="1076"/>
          <ac:picMkLst>
            <pc:docMk/>
            <pc:sldMk cId="2032291273" sldId="266"/>
            <ac:picMk id="8" creationId="{03899AAC-DF51-9DD5-890F-9D90F462006E}"/>
          </ac:picMkLst>
        </pc:picChg>
        <pc:picChg chg="add mod">
          <ac:chgData name="泰弘 仲山" userId="857b4835f3abfbd8" providerId="LiveId" clId="{1719127F-B280-47D0-B899-2028F4F2809D}" dt="2025-12-23T15:49:30.837" v="3308" actId="1076"/>
          <ac:picMkLst>
            <pc:docMk/>
            <pc:sldMk cId="2032291273" sldId="266"/>
            <ac:picMk id="10" creationId="{1BD26680-E8A7-CD7C-2AFA-ED95A707A1F4}"/>
          </ac:picMkLst>
        </pc:picChg>
        <pc:picChg chg="add mod">
          <ac:chgData name="泰弘 仲山" userId="857b4835f3abfbd8" providerId="LiveId" clId="{1719127F-B280-47D0-B899-2028F4F2809D}" dt="2025-12-23T15:49:36.065" v="3310" actId="1076"/>
          <ac:picMkLst>
            <pc:docMk/>
            <pc:sldMk cId="2032291273" sldId="266"/>
            <ac:picMk id="12" creationId="{7095363D-42EF-9F26-4A6A-D8403D6C0A83}"/>
          </ac:picMkLst>
        </pc:picChg>
      </pc:sldChg>
      <pc:sldChg chg="addSp modSp new mod">
        <pc:chgData name="泰弘 仲山" userId="857b4835f3abfbd8" providerId="LiveId" clId="{1719127F-B280-47D0-B899-2028F4F2809D}" dt="2025-12-23T15:23:20.263" v="3102" actId="1076"/>
        <pc:sldMkLst>
          <pc:docMk/>
          <pc:sldMk cId="203023621" sldId="267"/>
        </pc:sldMkLst>
        <pc:spChg chg="mod">
          <ac:chgData name="泰弘 仲山" userId="857b4835f3abfbd8" providerId="LiveId" clId="{1719127F-B280-47D0-B899-2028F4F2809D}" dt="2025-12-23T13:06:42.790" v="2029" actId="20577"/>
          <ac:spMkLst>
            <pc:docMk/>
            <pc:sldMk cId="203023621" sldId="267"/>
            <ac:spMk id="2" creationId="{DF2064C7-9DEB-FA85-C8D4-07E98C27203B}"/>
          </ac:spMkLst>
        </pc:spChg>
        <pc:spChg chg="mod">
          <ac:chgData name="泰弘 仲山" userId="857b4835f3abfbd8" providerId="LiveId" clId="{1719127F-B280-47D0-B899-2028F4F2809D}" dt="2025-12-23T13:25:28.076" v="2421" actId="20577"/>
          <ac:spMkLst>
            <pc:docMk/>
            <pc:sldMk cId="203023621" sldId="267"/>
            <ac:spMk id="3" creationId="{FA190CEA-B958-2221-770E-5C69396BFD7B}"/>
          </ac:spMkLst>
        </pc:spChg>
        <pc:spChg chg="add mod">
          <ac:chgData name="泰弘 仲山" userId="857b4835f3abfbd8" providerId="LiveId" clId="{1719127F-B280-47D0-B899-2028F4F2809D}" dt="2025-12-23T13:25:40.747" v="2444" actId="20577"/>
          <ac:spMkLst>
            <pc:docMk/>
            <pc:sldMk cId="203023621" sldId="267"/>
            <ac:spMk id="6" creationId="{14B534E2-80AB-0021-B16B-709A90A0254A}"/>
          </ac:spMkLst>
        </pc:spChg>
        <pc:spChg chg="add mod">
          <ac:chgData name="泰弘 仲山" userId="857b4835f3abfbd8" providerId="LiveId" clId="{1719127F-B280-47D0-B899-2028F4F2809D}" dt="2025-12-23T15:23:20.263" v="3102" actId="1076"/>
          <ac:spMkLst>
            <pc:docMk/>
            <pc:sldMk cId="203023621" sldId="267"/>
            <ac:spMk id="10" creationId="{E51A554D-A9BD-0F81-7EF6-BD87B2E22F6B}"/>
          </ac:spMkLst>
        </pc:spChg>
        <pc:picChg chg="add mod">
          <ac:chgData name="泰弘 仲山" userId="857b4835f3abfbd8" providerId="LiveId" clId="{1719127F-B280-47D0-B899-2028F4F2809D}" dt="2025-12-23T13:24:58.049" v="2414" actId="1076"/>
          <ac:picMkLst>
            <pc:docMk/>
            <pc:sldMk cId="203023621" sldId="267"/>
            <ac:picMk id="5" creationId="{FC642EBF-A9BE-1B59-6AA4-62C242D6EACE}"/>
          </ac:picMkLst>
        </pc:picChg>
        <pc:picChg chg="add mod">
          <ac:chgData name="泰弘 仲山" userId="857b4835f3abfbd8" providerId="LiveId" clId="{1719127F-B280-47D0-B899-2028F4F2809D}" dt="2025-12-23T13:25:52.541" v="2447" actId="14100"/>
          <ac:picMkLst>
            <pc:docMk/>
            <pc:sldMk cId="203023621" sldId="267"/>
            <ac:picMk id="8" creationId="{8430314B-873A-D724-42B9-E23A61E8B733}"/>
          </ac:picMkLst>
        </pc:picChg>
      </pc:sldChg>
      <pc:sldChg chg="addSp delSp modSp new mod">
        <pc:chgData name="泰弘 仲山" userId="857b4835f3abfbd8" providerId="LiveId" clId="{1719127F-B280-47D0-B899-2028F4F2809D}" dt="2025-12-23T16:47:21.210" v="5443" actId="1076"/>
        <pc:sldMkLst>
          <pc:docMk/>
          <pc:sldMk cId="922843617" sldId="268"/>
        </pc:sldMkLst>
        <pc:spChg chg="mod">
          <ac:chgData name="泰弘 仲山" userId="857b4835f3abfbd8" providerId="LiveId" clId="{1719127F-B280-47D0-B899-2028F4F2809D}" dt="2025-12-23T13:34:20.020" v="2661" actId="1076"/>
          <ac:spMkLst>
            <pc:docMk/>
            <pc:sldMk cId="922843617" sldId="268"/>
            <ac:spMk id="2" creationId="{3C351DE9-CEA5-68D0-4BDC-707BA7F4AE00}"/>
          </ac:spMkLst>
        </pc:spChg>
        <pc:spChg chg="mod">
          <ac:chgData name="泰弘 仲山" userId="857b4835f3abfbd8" providerId="LiveId" clId="{1719127F-B280-47D0-B899-2028F4F2809D}" dt="2025-12-23T16:47:15.691" v="5442" actId="14100"/>
          <ac:spMkLst>
            <pc:docMk/>
            <pc:sldMk cId="922843617" sldId="268"/>
            <ac:spMk id="3" creationId="{3304AF15-1ACB-3366-FAB0-ABC57875240F}"/>
          </ac:spMkLst>
        </pc:spChg>
        <pc:spChg chg="add mod">
          <ac:chgData name="泰弘 仲山" userId="857b4835f3abfbd8" providerId="LiveId" clId="{1719127F-B280-47D0-B899-2028F4F2809D}" dt="2025-12-23T13:35:11.622" v="2674" actId="1076"/>
          <ac:spMkLst>
            <pc:docMk/>
            <pc:sldMk cId="922843617" sldId="268"/>
            <ac:spMk id="8" creationId="{E71F4325-173D-FB6F-FFD5-E923E3031F9F}"/>
          </ac:spMkLst>
        </pc:spChg>
        <pc:spChg chg="add mod">
          <ac:chgData name="泰弘 仲山" userId="857b4835f3abfbd8" providerId="LiveId" clId="{1719127F-B280-47D0-B899-2028F4F2809D}" dt="2025-12-23T13:35:07.298" v="2673" actId="1076"/>
          <ac:spMkLst>
            <pc:docMk/>
            <pc:sldMk cId="922843617" sldId="268"/>
            <ac:spMk id="9" creationId="{DF512ADF-0477-383D-3E5F-A4D35C77FC3D}"/>
          </ac:spMkLst>
        </pc:spChg>
        <pc:spChg chg="add mod">
          <ac:chgData name="泰弘 仲山" userId="857b4835f3abfbd8" providerId="LiveId" clId="{1719127F-B280-47D0-B899-2028F4F2809D}" dt="2025-12-23T13:35:25.849" v="2677" actId="1076"/>
          <ac:spMkLst>
            <pc:docMk/>
            <pc:sldMk cId="922843617" sldId="268"/>
            <ac:spMk id="10" creationId="{3244B1A1-1D2F-E108-E602-8238D9B86CE3}"/>
          </ac:spMkLst>
        </pc:spChg>
        <pc:spChg chg="add mod">
          <ac:chgData name="泰弘 仲山" userId="857b4835f3abfbd8" providerId="LiveId" clId="{1719127F-B280-47D0-B899-2028F4F2809D}" dt="2025-12-23T13:35:22.589" v="2676" actId="1076"/>
          <ac:spMkLst>
            <pc:docMk/>
            <pc:sldMk cId="922843617" sldId="268"/>
            <ac:spMk id="11" creationId="{5512AD6D-E33E-852F-BA2C-74432945E55A}"/>
          </ac:spMkLst>
        </pc:spChg>
        <pc:spChg chg="add mod">
          <ac:chgData name="泰弘 仲山" userId="857b4835f3abfbd8" providerId="LiveId" clId="{1719127F-B280-47D0-B899-2028F4F2809D}" dt="2025-12-23T13:35:38.294" v="2679" actId="13822"/>
          <ac:spMkLst>
            <pc:docMk/>
            <pc:sldMk cId="922843617" sldId="268"/>
            <ac:spMk id="12" creationId="{A7CA1520-9A35-44CF-522B-D99D9BD80A44}"/>
          </ac:spMkLst>
        </pc:spChg>
        <pc:spChg chg="add mod">
          <ac:chgData name="泰弘 仲山" userId="857b4835f3abfbd8" providerId="LiveId" clId="{1719127F-B280-47D0-B899-2028F4F2809D}" dt="2025-12-23T13:35:32.940" v="2678" actId="13822"/>
          <ac:spMkLst>
            <pc:docMk/>
            <pc:sldMk cId="922843617" sldId="268"/>
            <ac:spMk id="13" creationId="{FD1CD1E0-0CFA-3574-502C-4441339A394F}"/>
          </ac:spMkLst>
        </pc:spChg>
        <pc:spChg chg="add mod">
          <ac:chgData name="泰弘 仲山" userId="857b4835f3abfbd8" providerId="LiveId" clId="{1719127F-B280-47D0-B899-2028F4F2809D}" dt="2025-12-23T13:34:27.461" v="2662" actId="164"/>
          <ac:spMkLst>
            <pc:docMk/>
            <pc:sldMk cId="922843617" sldId="268"/>
            <ac:spMk id="14" creationId="{8D5D7A74-96D4-9D16-7439-B031BDFFFB24}"/>
          </ac:spMkLst>
        </pc:spChg>
        <pc:spChg chg="add mod">
          <ac:chgData name="泰弘 仲山" userId="857b4835f3abfbd8" providerId="LiveId" clId="{1719127F-B280-47D0-B899-2028F4F2809D}" dt="2025-12-23T13:34:27.461" v="2662" actId="164"/>
          <ac:spMkLst>
            <pc:docMk/>
            <pc:sldMk cId="922843617" sldId="268"/>
            <ac:spMk id="15" creationId="{95A5709C-57F0-073F-A9C1-C8879175286E}"/>
          </ac:spMkLst>
        </pc:spChg>
        <pc:spChg chg="add mod">
          <ac:chgData name="泰弘 仲山" userId="857b4835f3abfbd8" providerId="LiveId" clId="{1719127F-B280-47D0-B899-2028F4F2809D}" dt="2025-12-23T13:33:00.397" v="2633" actId="571"/>
          <ac:spMkLst>
            <pc:docMk/>
            <pc:sldMk cId="922843617" sldId="268"/>
            <ac:spMk id="16" creationId="{1FED7D24-429D-AE9A-E28D-D07E871FB91C}"/>
          </ac:spMkLst>
        </pc:spChg>
        <pc:grpChg chg="add mod">
          <ac:chgData name="泰弘 仲山" userId="857b4835f3abfbd8" providerId="LiveId" clId="{1719127F-B280-47D0-B899-2028F4F2809D}" dt="2025-12-23T15:23:02.499" v="3099" actId="1076"/>
          <ac:grpSpMkLst>
            <pc:docMk/>
            <pc:sldMk cId="922843617" sldId="268"/>
            <ac:grpSpMk id="21" creationId="{E07D5504-52F3-3E48-1F15-0CC40F978C63}"/>
          </ac:grpSpMkLst>
        </pc:grpChg>
        <pc:picChg chg="add mod">
          <ac:chgData name="泰弘 仲山" userId="857b4835f3abfbd8" providerId="LiveId" clId="{1719127F-B280-47D0-B899-2028F4F2809D}" dt="2025-12-23T13:35:51.056" v="2684" actId="1076"/>
          <ac:picMkLst>
            <pc:docMk/>
            <pc:sldMk cId="922843617" sldId="268"/>
            <ac:picMk id="5" creationId="{69E75E6B-AB24-76DC-67B9-D2DD5220C3FD}"/>
          </ac:picMkLst>
        </pc:picChg>
        <pc:picChg chg="add mod">
          <ac:chgData name="泰弘 仲山" userId="857b4835f3abfbd8" providerId="LiveId" clId="{1719127F-B280-47D0-B899-2028F4F2809D}" dt="2025-12-23T16:47:21.210" v="5443" actId="1076"/>
          <ac:picMkLst>
            <pc:docMk/>
            <pc:sldMk cId="922843617" sldId="268"/>
            <ac:picMk id="7" creationId="{DDCE6A7E-AC33-4C21-4D4D-C818651C6624}"/>
          </ac:picMkLst>
        </pc:picChg>
        <pc:cxnChg chg="add del mod">
          <ac:chgData name="泰弘 仲山" userId="857b4835f3abfbd8" providerId="LiveId" clId="{1719127F-B280-47D0-B899-2028F4F2809D}" dt="2025-12-23T13:33:43.741" v="2652" actId="478"/>
          <ac:cxnSpMkLst>
            <pc:docMk/>
            <pc:sldMk cId="922843617" sldId="268"/>
            <ac:cxnSpMk id="18" creationId="{C5FB3F65-C201-41A2-EAA9-63C9E014E3BA}"/>
          </ac:cxnSpMkLst>
        </pc:cxnChg>
      </pc:sldChg>
      <pc:sldChg chg="addSp delSp modSp new mod">
        <pc:chgData name="泰弘 仲山" userId="857b4835f3abfbd8" providerId="LiveId" clId="{1719127F-B280-47D0-B899-2028F4F2809D}" dt="2025-12-23T16:10:12.864" v="4291" actId="20577"/>
        <pc:sldMkLst>
          <pc:docMk/>
          <pc:sldMk cId="4272711898" sldId="269"/>
        </pc:sldMkLst>
        <pc:spChg chg="mod">
          <ac:chgData name="泰弘 仲山" userId="857b4835f3abfbd8" providerId="LiveId" clId="{1719127F-B280-47D0-B899-2028F4F2809D}" dt="2025-12-23T14:24:21.309" v="2935" actId="20577"/>
          <ac:spMkLst>
            <pc:docMk/>
            <pc:sldMk cId="4272711898" sldId="269"/>
            <ac:spMk id="2" creationId="{770B499C-5F1E-1895-80CC-E139CB6DDDF3}"/>
          </ac:spMkLst>
        </pc:spChg>
        <pc:spChg chg="del">
          <ac:chgData name="泰弘 仲山" userId="857b4835f3abfbd8" providerId="LiveId" clId="{1719127F-B280-47D0-B899-2028F4F2809D}" dt="2025-12-23T14:24:42.117" v="2949" actId="478"/>
          <ac:spMkLst>
            <pc:docMk/>
            <pc:sldMk cId="4272711898" sldId="269"/>
            <ac:spMk id="3" creationId="{3581FF56-4749-9BCB-D34C-BDD7CC1734BD}"/>
          </ac:spMkLst>
        </pc:spChg>
        <pc:spChg chg="add mod">
          <ac:chgData name="泰弘 仲山" userId="857b4835f3abfbd8" providerId="LiveId" clId="{1719127F-B280-47D0-B899-2028F4F2809D}" dt="2025-12-23T16:10:12.864" v="4291" actId="20577"/>
          <ac:spMkLst>
            <pc:docMk/>
            <pc:sldMk cId="4272711898" sldId="269"/>
            <ac:spMk id="7" creationId="{D92D3E6B-0106-D0EE-B227-E2B438C2E691}"/>
          </ac:spMkLst>
        </pc:spChg>
        <pc:picChg chg="add mod">
          <ac:chgData name="泰弘 仲山" userId="857b4835f3abfbd8" providerId="LiveId" clId="{1719127F-B280-47D0-B899-2028F4F2809D}" dt="2025-12-23T16:08:41.369" v="4169" actId="1076"/>
          <ac:picMkLst>
            <pc:docMk/>
            <pc:sldMk cId="4272711898" sldId="269"/>
            <ac:picMk id="6" creationId="{133D9BA8-A29E-8B6F-0AD5-6D02810CEDDC}"/>
          </ac:picMkLst>
        </pc:picChg>
      </pc:sldChg>
      <pc:sldChg chg="addSp delSp modSp new mod">
        <pc:chgData name="泰弘 仲山" userId="857b4835f3abfbd8" providerId="LiveId" clId="{1719127F-B280-47D0-B899-2028F4F2809D}" dt="2025-12-23T16:10:26.579" v="4295" actId="1076"/>
        <pc:sldMkLst>
          <pc:docMk/>
          <pc:sldMk cId="357583499" sldId="270"/>
        </pc:sldMkLst>
        <pc:spChg chg="mod">
          <ac:chgData name="泰弘 仲山" userId="857b4835f3abfbd8" providerId="LiveId" clId="{1719127F-B280-47D0-B899-2028F4F2809D}" dt="2025-12-23T14:24:31.150" v="2945" actId="20577"/>
          <ac:spMkLst>
            <pc:docMk/>
            <pc:sldMk cId="357583499" sldId="270"/>
            <ac:spMk id="2" creationId="{5FBC43D2-B5B9-FDFB-179D-6BB9C99FD956}"/>
          </ac:spMkLst>
        </pc:spChg>
        <pc:spChg chg="del">
          <ac:chgData name="泰弘 仲山" userId="857b4835f3abfbd8" providerId="LiveId" clId="{1719127F-B280-47D0-B899-2028F4F2809D}" dt="2025-12-23T14:24:37.905" v="2948" actId="478"/>
          <ac:spMkLst>
            <pc:docMk/>
            <pc:sldMk cId="357583499" sldId="270"/>
            <ac:spMk id="3" creationId="{A23F0DFD-81B3-9F2E-3564-C13309F111DD}"/>
          </ac:spMkLst>
        </pc:spChg>
        <pc:spChg chg="add mod">
          <ac:chgData name="泰弘 仲山" userId="857b4835f3abfbd8" providerId="LiveId" clId="{1719127F-B280-47D0-B899-2028F4F2809D}" dt="2025-12-23T16:10:18.215" v="4292"/>
          <ac:spMkLst>
            <pc:docMk/>
            <pc:sldMk cId="357583499" sldId="270"/>
            <ac:spMk id="7" creationId="{1E718EC2-5E92-2F4B-C8E4-24592329BB7C}"/>
          </ac:spMkLst>
        </pc:spChg>
        <pc:picChg chg="add mod">
          <ac:chgData name="泰弘 仲山" userId="857b4835f3abfbd8" providerId="LiveId" clId="{1719127F-B280-47D0-B899-2028F4F2809D}" dt="2025-12-23T16:10:26.579" v="4295" actId="1076"/>
          <ac:picMkLst>
            <pc:docMk/>
            <pc:sldMk cId="357583499" sldId="270"/>
            <ac:picMk id="6" creationId="{30FA28C8-73C2-B461-078E-B0AA6B4ADA93}"/>
          </ac:picMkLst>
        </pc:picChg>
      </pc:sldChg>
      <pc:sldChg chg="addSp delSp modSp new mod">
        <pc:chgData name="泰弘 仲山" userId="857b4835f3abfbd8" providerId="LiveId" clId="{1719127F-B280-47D0-B899-2028F4F2809D}" dt="2025-12-23T16:01:28.118" v="3872" actId="1076"/>
        <pc:sldMkLst>
          <pc:docMk/>
          <pc:sldMk cId="2645355291" sldId="271"/>
        </pc:sldMkLst>
        <pc:spChg chg="mod">
          <ac:chgData name="泰弘 仲山" userId="857b4835f3abfbd8" providerId="LiveId" clId="{1719127F-B280-47D0-B899-2028F4F2809D}" dt="2025-12-23T15:50:00.452" v="3319" actId="20577"/>
          <ac:spMkLst>
            <pc:docMk/>
            <pc:sldMk cId="2645355291" sldId="271"/>
            <ac:spMk id="2" creationId="{EA6AB3BB-143E-706F-E7ED-912C95C474E4}"/>
          </ac:spMkLst>
        </pc:spChg>
        <pc:spChg chg="mod">
          <ac:chgData name="泰弘 仲山" userId="857b4835f3abfbd8" providerId="LiveId" clId="{1719127F-B280-47D0-B899-2028F4F2809D}" dt="2025-12-23T15:53:16.835" v="3537" actId="20577"/>
          <ac:spMkLst>
            <pc:docMk/>
            <pc:sldMk cId="2645355291" sldId="271"/>
            <ac:spMk id="3" creationId="{3E830AD8-727F-ECEB-876D-BC6DE60E6D66}"/>
          </ac:spMkLst>
        </pc:spChg>
        <pc:spChg chg="add mod">
          <ac:chgData name="泰弘 仲山" userId="857b4835f3abfbd8" providerId="LiveId" clId="{1719127F-B280-47D0-B899-2028F4F2809D}" dt="2025-12-23T15:51:33.930" v="3364" actId="1076"/>
          <ac:spMkLst>
            <pc:docMk/>
            <pc:sldMk cId="2645355291" sldId="271"/>
            <ac:spMk id="9" creationId="{A3FBE09B-E94E-8217-991E-D5F5EEB3583A}"/>
          </ac:spMkLst>
        </pc:spChg>
        <pc:spChg chg="add mod">
          <ac:chgData name="泰弘 仲山" userId="857b4835f3abfbd8" providerId="LiveId" clId="{1719127F-B280-47D0-B899-2028F4F2809D}" dt="2025-12-23T15:55:52.831" v="3674" actId="1076"/>
          <ac:spMkLst>
            <pc:docMk/>
            <pc:sldMk cId="2645355291" sldId="271"/>
            <ac:spMk id="16" creationId="{A44D0C5B-5FE0-9B5E-3CD7-5649691781A7}"/>
          </ac:spMkLst>
        </pc:spChg>
        <pc:spChg chg="add mod">
          <ac:chgData name="泰弘 仲山" userId="857b4835f3abfbd8" providerId="LiveId" clId="{1719127F-B280-47D0-B899-2028F4F2809D}" dt="2025-12-23T15:56:28.611" v="3722" actId="20577"/>
          <ac:spMkLst>
            <pc:docMk/>
            <pc:sldMk cId="2645355291" sldId="271"/>
            <ac:spMk id="17" creationId="{26CA5998-0852-5BA4-99DD-262D0D9E9C1B}"/>
          </ac:spMkLst>
        </pc:spChg>
        <pc:spChg chg="add mod">
          <ac:chgData name="泰弘 仲山" userId="857b4835f3abfbd8" providerId="LiveId" clId="{1719127F-B280-47D0-B899-2028F4F2809D}" dt="2025-12-23T15:56:26.079" v="3720" actId="20577"/>
          <ac:spMkLst>
            <pc:docMk/>
            <pc:sldMk cId="2645355291" sldId="271"/>
            <ac:spMk id="18" creationId="{391EDB02-5AE7-896C-1C6C-B5EE96D87D15}"/>
          </ac:spMkLst>
        </pc:spChg>
        <pc:picChg chg="add del mod">
          <ac:chgData name="泰弘 仲山" userId="857b4835f3abfbd8" providerId="LiveId" clId="{1719127F-B280-47D0-B899-2028F4F2809D}" dt="2025-12-23T15:55:07.973" v="3614" actId="21"/>
          <ac:picMkLst>
            <pc:docMk/>
            <pc:sldMk cId="2645355291" sldId="271"/>
            <ac:picMk id="5" creationId="{D8739895-0809-BD45-6592-7F8C33178D51}"/>
          </ac:picMkLst>
        </pc:picChg>
        <pc:picChg chg="add del mod">
          <ac:chgData name="泰弘 仲山" userId="857b4835f3abfbd8" providerId="LiveId" clId="{1719127F-B280-47D0-B899-2028F4F2809D}" dt="2025-12-23T15:54:59.573" v="3610" actId="21"/>
          <ac:picMkLst>
            <pc:docMk/>
            <pc:sldMk cId="2645355291" sldId="271"/>
            <ac:picMk id="7" creationId="{C203166C-C7E4-6747-D263-679D450CE387}"/>
          </ac:picMkLst>
        </pc:picChg>
        <pc:picChg chg="add mod">
          <ac:chgData name="泰弘 仲山" userId="857b4835f3abfbd8" providerId="LiveId" clId="{1719127F-B280-47D0-B899-2028F4F2809D}" dt="2025-12-23T15:50:59.269" v="3331" actId="1076"/>
          <ac:picMkLst>
            <pc:docMk/>
            <pc:sldMk cId="2645355291" sldId="271"/>
            <ac:picMk id="8" creationId="{1F50C33D-AB40-1648-459A-30FB3C1068FE}"/>
          </ac:picMkLst>
        </pc:picChg>
        <pc:picChg chg="add mod">
          <ac:chgData name="泰弘 仲山" userId="857b4835f3abfbd8" providerId="LiveId" clId="{1719127F-B280-47D0-B899-2028F4F2809D}" dt="2025-12-23T15:52:10.553" v="3425" actId="1076"/>
          <ac:picMkLst>
            <pc:docMk/>
            <pc:sldMk cId="2645355291" sldId="271"/>
            <ac:picMk id="11" creationId="{57B15DDE-6B50-AD69-B9E8-5357A480DF00}"/>
          </ac:picMkLst>
        </pc:picChg>
        <pc:picChg chg="add mod">
          <ac:chgData name="泰弘 仲山" userId="857b4835f3abfbd8" providerId="LiveId" clId="{1719127F-B280-47D0-B899-2028F4F2809D}" dt="2025-12-23T15:53:37.242" v="3540" actId="14100"/>
          <ac:picMkLst>
            <pc:docMk/>
            <pc:sldMk cId="2645355291" sldId="271"/>
            <ac:picMk id="13" creationId="{678119E4-E503-4B93-53EC-274DFF132F6E}"/>
          </ac:picMkLst>
        </pc:picChg>
        <pc:picChg chg="add mod">
          <ac:chgData name="泰弘 仲山" userId="857b4835f3abfbd8" providerId="LiveId" clId="{1719127F-B280-47D0-B899-2028F4F2809D}" dt="2025-12-23T15:54:56.301" v="3609" actId="1076"/>
          <ac:picMkLst>
            <pc:docMk/>
            <pc:sldMk cId="2645355291" sldId="271"/>
            <ac:picMk id="15" creationId="{207FD787-7890-2CF3-470F-9CDC92905A7A}"/>
          </ac:picMkLst>
        </pc:picChg>
        <pc:picChg chg="add del mod">
          <ac:chgData name="泰弘 仲山" userId="857b4835f3abfbd8" providerId="LiveId" clId="{1719127F-B280-47D0-B899-2028F4F2809D}" dt="2025-12-23T16:01:07.939" v="3866" actId="478"/>
          <ac:picMkLst>
            <pc:docMk/>
            <pc:sldMk cId="2645355291" sldId="271"/>
            <ac:picMk id="20" creationId="{52F88BFD-1DBA-9598-90AE-A3EA1F979363}"/>
          </ac:picMkLst>
        </pc:picChg>
        <pc:picChg chg="add mod">
          <ac:chgData name="泰弘 仲山" userId="857b4835f3abfbd8" providerId="LiveId" clId="{1719127F-B280-47D0-B899-2028F4F2809D}" dt="2025-12-23T16:01:28.118" v="3872" actId="1076"/>
          <ac:picMkLst>
            <pc:docMk/>
            <pc:sldMk cId="2645355291" sldId="271"/>
            <ac:picMk id="22" creationId="{6CFF788D-99DC-B85C-E7BB-4FC6C87C2A31}"/>
          </ac:picMkLst>
        </pc:picChg>
      </pc:sldChg>
      <pc:sldChg chg="addSp delSp modSp new mod">
        <pc:chgData name="泰弘 仲山" userId="857b4835f3abfbd8" providerId="LiveId" clId="{1719127F-B280-47D0-B899-2028F4F2809D}" dt="2025-12-23T16:03:47.282" v="3983" actId="20577"/>
        <pc:sldMkLst>
          <pc:docMk/>
          <pc:sldMk cId="3130016543" sldId="272"/>
        </pc:sldMkLst>
        <pc:spChg chg="mod">
          <ac:chgData name="泰弘 仲山" userId="857b4835f3abfbd8" providerId="LiveId" clId="{1719127F-B280-47D0-B899-2028F4F2809D}" dt="2025-12-23T15:53:52.964" v="3545" actId="20577"/>
          <ac:spMkLst>
            <pc:docMk/>
            <pc:sldMk cId="3130016543" sldId="272"/>
            <ac:spMk id="2" creationId="{78FD5C15-A57E-D0B4-B2FC-597548356A14}"/>
          </ac:spMkLst>
        </pc:spChg>
        <pc:spChg chg="mod">
          <ac:chgData name="泰弘 仲山" userId="857b4835f3abfbd8" providerId="LiveId" clId="{1719127F-B280-47D0-B899-2028F4F2809D}" dt="2025-12-23T16:03:47.282" v="3983" actId="20577"/>
          <ac:spMkLst>
            <pc:docMk/>
            <pc:sldMk cId="3130016543" sldId="272"/>
            <ac:spMk id="3" creationId="{AB295FF6-595E-0ACA-71B9-F717979D5428}"/>
          </ac:spMkLst>
        </pc:spChg>
        <pc:picChg chg="add mod">
          <ac:chgData name="泰弘 仲山" userId="857b4835f3abfbd8" providerId="LiveId" clId="{1719127F-B280-47D0-B899-2028F4F2809D}" dt="2025-12-23T15:57:18.249" v="3753" actId="1076"/>
          <ac:picMkLst>
            <pc:docMk/>
            <pc:sldMk cId="3130016543" sldId="272"/>
            <ac:picMk id="6" creationId="{E453CED0-E3FB-B5E3-7AC3-02A1D212A831}"/>
          </ac:picMkLst>
        </pc:picChg>
        <pc:picChg chg="add del mod">
          <ac:chgData name="泰弘 仲山" userId="857b4835f3abfbd8" providerId="LiveId" clId="{1719127F-B280-47D0-B899-2028F4F2809D}" dt="2025-12-23T15:57:06.679" v="3730" actId="478"/>
          <ac:picMkLst>
            <pc:docMk/>
            <pc:sldMk cId="3130016543" sldId="272"/>
            <ac:picMk id="7" creationId="{C203166C-C7E4-6747-D263-679D450CE387}"/>
          </ac:picMkLst>
        </pc:picChg>
        <pc:picChg chg="add del mod">
          <ac:chgData name="泰弘 仲山" userId="857b4835f3abfbd8" providerId="LiveId" clId="{1719127F-B280-47D0-B899-2028F4F2809D}" dt="2025-12-23T15:57:07.358" v="3731" actId="478"/>
          <ac:picMkLst>
            <pc:docMk/>
            <pc:sldMk cId="3130016543" sldId="272"/>
            <ac:picMk id="8" creationId="{D8739895-0809-BD45-6592-7F8C33178D51}"/>
          </ac:picMkLst>
        </pc:picChg>
        <pc:picChg chg="add mod">
          <ac:chgData name="泰弘 仲山" userId="857b4835f3abfbd8" providerId="LiveId" clId="{1719127F-B280-47D0-B899-2028F4F2809D}" dt="2025-12-23T16:03:02.874" v="3934" actId="1076"/>
          <ac:picMkLst>
            <pc:docMk/>
            <pc:sldMk cId="3130016543" sldId="272"/>
            <ac:picMk id="10" creationId="{9D1CEB42-E94D-2589-53BD-FF7DFB82BD9F}"/>
          </ac:picMkLst>
        </pc:picChg>
        <pc:picChg chg="add mod">
          <ac:chgData name="泰弘 仲山" userId="857b4835f3abfbd8" providerId="LiveId" clId="{1719127F-B280-47D0-B899-2028F4F2809D}" dt="2025-12-23T16:03:03.993" v="3935" actId="1076"/>
          <ac:picMkLst>
            <pc:docMk/>
            <pc:sldMk cId="3130016543" sldId="272"/>
            <ac:picMk id="12" creationId="{22DC4676-ABF7-6B35-C8FB-CB249B1AC12A}"/>
          </ac:picMkLst>
        </pc:picChg>
        <pc:picChg chg="add mod">
          <ac:chgData name="泰弘 仲山" userId="857b4835f3abfbd8" providerId="LiveId" clId="{1719127F-B280-47D0-B899-2028F4F2809D}" dt="2025-12-23T16:03:25.306" v="3944" actId="1076"/>
          <ac:picMkLst>
            <pc:docMk/>
            <pc:sldMk cId="3130016543" sldId="272"/>
            <ac:picMk id="14" creationId="{A420F885-CCA9-2C9A-F537-23C49F3FE75F}"/>
          </ac:picMkLst>
        </pc:picChg>
      </pc:sldChg>
      <pc:sldChg chg="addSp modSp new mod">
        <pc:chgData name="泰弘 仲山" userId="857b4835f3abfbd8" providerId="LiveId" clId="{1719127F-B280-47D0-B899-2028F4F2809D}" dt="2025-12-23T16:06:19.273" v="4167" actId="1076"/>
        <pc:sldMkLst>
          <pc:docMk/>
          <pc:sldMk cId="962702644" sldId="273"/>
        </pc:sldMkLst>
        <pc:spChg chg="mod">
          <ac:chgData name="泰弘 仲山" userId="857b4835f3abfbd8" providerId="LiveId" clId="{1719127F-B280-47D0-B899-2028F4F2809D}" dt="2025-12-23T16:04:00.389" v="3988" actId="20577"/>
          <ac:spMkLst>
            <pc:docMk/>
            <pc:sldMk cId="962702644" sldId="273"/>
            <ac:spMk id="2" creationId="{488C3D1C-BB8A-CA6A-5605-C9D55E0DC961}"/>
          </ac:spMkLst>
        </pc:spChg>
        <pc:spChg chg="mod">
          <ac:chgData name="泰弘 仲山" userId="857b4835f3abfbd8" providerId="LiveId" clId="{1719127F-B280-47D0-B899-2028F4F2809D}" dt="2025-12-23T16:06:16.772" v="4166" actId="20577"/>
          <ac:spMkLst>
            <pc:docMk/>
            <pc:sldMk cId="962702644" sldId="273"/>
            <ac:spMk id="3" creationId="{353F7E5E-EC34-6FB7-02E5-FF8772C92818}"/>
          </ac:spMkLst>
        </pc:spChg>
        <pc:picChg chg="add mod">
          <ac:chgData name="泰弘 仲山" userId="857b4835f3abfbd8" providerId="LiveId" clId="{1719127F-B280-47D0-B899-2028F4F2809D}" dt="2025-12-23T16:05:23.706" v="4072" actId="1076"/>
          <ac:picMkLst>
            <pc:docMk/>
            <pc:sldMk cId="962702644" sldId="273"/>
            <ac:picMk id="6" creationId="{DC485340-F31D-FB53-7194-30775854225A}"/>
          </ac:picMkLst>
        </pc:picChg>
        <pc:picChg chg="add mod">
          <ac:chgData name="泰弘 仲山" userId="857b4835f3abfbd8" providerId="LiveId" clId="{1719127F-B280-47D0-B899-2028F4F2809D}" dt="2025-12-23T16:06:19.273" v="4167" actId="1076"/>
          <ac:picMkLst>
            <pc:docMk/>
            <pc:sldMk cId="962702644" sldId="273"/>
            <ac:picMk id="8" creationId="{3ED007BF-E008-2AD3-2450-05D53EE6CBB5}"/>
          </ac:picMkLst>
        </pc:picChg>
        <pc:picChg chg="add mod">
          <ac:chgData name="泰弘 仲山" userId="857b4835f3abfbd8" providerId="LiveId" clId="{1719127F-B280-47D0-B899-2028F4F2809D}" dt="2025-12-23T16:05:43.966" v="4076" actId="1076"/>
          <ac:picMkLst>
            <pc:docMk/>
            <pc:sldMk cId="962702644" sldId="273"/>
            <ac:picMk id="10" creationId="{AFC9EAC8-E16C-7570-FA6D-2EB5468454CD}"/>
          </ac:picMkLst>
        </pc:picChg>
      </pc:sldChg>
      <pc:sldChg chg="addSp modSp new mod">
        <pc:chgData name="泰弘 仲山" userId="857b4835f3abfbd8" providerId="LiveId" clId="{1719127F-B280-47D0-B899-2028F4F2809D}" dt="2025-12-23T17:05:14.491" v="5949" actId="1076"/>
        <pc:sldMkLst>
          <pc:docMk/>
          <pc:sldMk cId="1356709482" sldId="274"/>
        </pc:sldMkLst>
        <pc:spChg chg="mod">
          <ac:chgData name="泰弘 仲山" userId="857b4835f3abfbd8" providerId="LiveId" clId="{1719127F-B280-47D0-B899-2028F4F2809D}" dt="2025-12-23T16:15:30.470" v="4320" actId="20577"/>
          <ac:spMkLst>
            <pc:docMk/>
            <pc:sldMk cId="1356709482" sldId="274"/>
            <ac:spMk id="2" creationId="{19903810-D175-9CA7-C96E-8A2B1C0E3061}"/>
          </ac:spMkLst>
        </pc:spChg>
        <pc:spChg chg="mod">
          <ac:chgData name="泰弘 仲山" userId="857b4835f3abfbd8" providerId="LiveId" clId="{1719127F-B280-47D0-B899-2028F4F2809D}" dt="2025-12-23T17:04:33.927" v="5900" actId="20577"/>
          <ac:spMkLst>
            <pc:docMk/>
            <pc:sldMk cId="1356709482" sldId="274"/>
            <ac:spMk id="3" creationId="{D72F93CB-DDCB-2D9E-2261-7D736BEE5D39}"/>
          </ac:spMkLst>
        </pc:spChg>
        <pc:spChg chg="add mod">
          <ac:chgData name="泰弘 仲山" userId="857b4835f3abfbd8" providerId="LiveId" clId="{1719127F-B280-47D0-B899-2028F4F2809D}" dt="2025-12-23T17:05:02.780" v="5947" actId="947"/>
          <ac:spMkLst>
            <pc:docMk/>
            <pc:sldMk cId="1356709482" sldId="274"/>
            <ac:spMk id="17" creationId="{979869A5-0071-D2E9-3410-5693AACC9A47}"/>
          </ac:spMkLst>
        </pc:spChg>
        <pc:picChg chg="add mod">
          <ac:chgData name="泰弘 仲山" userId="857b4835f3abfbd8" providerId="LiveId" clId="{1719127F-B280-47D0-B899-2028F4F2809D}" dt="2025-12-23T16:31:28.250" v="4623" actId="14100"/>
          <ac:picMkLst>
            <pc:docMk/>
            <pc:sldMk cId="1356709482" sldId="274"/>
            <ac:picMk id="6" creationId="{CE8DEF20-824D-3DA2-608D-378FEFA8C676}"/>
          </ac:picMkLst>
        </pc:picChg>
        <pc:picChg chg="add mod">
          <ac:chgData name="泰弘 仲山" userId="857b4835f3abfbd8" providerId="LiveId" clId="{1719127F-B280-47D0-B899-2028F4F2809D}" dt="2025-12-23T16:31:29.393" v="4624" actId="1076"/>
          <ac:picMkLst>
            <pc:docMk/>
            <pc:sldMk cId="1356709482" sldId="274"/>
            <ac:picMk id="8" creationId="{B05F31EE-FD1A-E1D7-1701-9EF286BCFF95}"/>
          </ac:picMkLst>
        </pc:picChg>
        <pc:picChg chg="add mod">
          <ac:chgData name="泰弘 仲山" userId="857b4835f3abfbd8" providerId="LiveId" clId="{1719127F-B280-47D0-B899-2028F4F2809D}" dt="2025-12-23T17:05:14.491" v="5949" actId="1076"/>
          <ac:picMkLst>
            <pc:docMk/>
            <pc:sldMk cId="1356709482" sldId="274"/>
            <ac:picMk id="10" creationId="{4DDA1644-B8EA-B90D-B492-B4A31C0BC04F}"/>
          </ac:picMkLst>
        </pc:picChg>
        <pc:picChg chg="add mod">
          <ac:chgData name="泰弘 仲山" userId="857b4835f3abfbd8" providerId="LiveId" clId="{1719127F-B280-47D0-B899-2028F4F2809D}" dt="2025-12-23T17:05:11.650" v="5948" actId="1076"/>
          <ac:picMkLst>
            <pc:docMk/>
            <pc:sldMk cId="1356709482" sldId="274"/>
            <ac:picMk id="12" creationId="{C3A0E2B7-F0B7-DE42-5082-845CFE7E60C4}"/>
          </ac:picMkLst>
        </pc:picChg>
        <pc:picChg chg="add mod">
          <ac:chgData name="泰弘 仲山" userId="857b4835f3abfbd8" providerId="LiveId" clId="{1719127F-B280-47D0-B899-2028F4F2809D}" dt="2025-12-23T17:04:29.038" v="5897" actId="1076"/>
          <ac:picMkLst>
            <pc:docMk/>
            <pc:sldMk cId="1356709482" sldId="274"/>
            <ac:picMk id="14" creationId="{58BE8206-2B79-F49D-539A-07D3ACBCA675}"/>
          </ac:picMkLst>
        </pc:picChg>
        <pc:picChg chg="add mod">
          <ac:chgData name="泰弘 仲山" userId="857b4835f3abfbd8" providerId="LiveId" clId="{1719127F-B280-47D0-B899-2028F4F2809D}" dt="2025-12-23T17:04:30.543" v="5898" actId="1076"/>
          <ac:picMkLst>
            <pc:docMk/>
            <pc:sldMk cId="1356709482" sldId="274"/>
            <ac:picMk id="16" creationId="{A9805400-CFB6-07B2-3C64-09CBAB2503DA}"/>
          </ac:picMkLst>
        </pc:picChg>
      </pc:sldChg>
      <pc:sldChg chg="addSp delSp modSp new mod">
        <pc:chgData name="泰弘 仲山" userId="857b4835f3abfbd8" providerId="LiveId" clId="{1719127F-B280-47D0-B899-2028F4F2809D}" dt="2025-12-23T16:48:03.751" v="5444" actId="14100"/>
        <pc:sldMkLst>
          <pc:docMk/>
          <pc:sldMk cId="2422407829" sldId="275"/>
        </pc:sldMkLst>
        <pc:spChg chg="mod">
          <ac:chgData name="泰弘 仲山" userId="857b4835f3abfbd8" providerId="LiveId" clId="{1719127F-B280-47D0-B899-2028F4F2809D}" dt="2025-12-23T16:18:19.394" v="4371" actId="20577"/>
          <ac:spMkLst>
            <pc:docMk/>
            <pc:sldMk cId="2422407829" sldId="275"/>
            <ac:spMk id="2" creationId="{22F52F33-4713-0135-0A39-B36E366AF7CF}"/>
          </ac:spMkLst>
        </pc:spChg>
        <pc:spChg chg="del">
          <ac:chgData name="泰弘 仲山" userId="857b4835f3abfbd8" providerId="LiveId" clId="{1719127F-B280-47D0-B899-2028F4F2809D}" dt="2025-12-23T16:18:02.800" v="4350" actId="478"/>
          <ac:spMkLst>
            <pc:docMk/>
            <pc:sldMk cId="2422407829" sldId="275"/>
            <ac:spMk id="3" creationId="{210A4677-63AD-45F1-36A8-E18B26CAE5DB}"/>
          </ac:spMkLst>
        </pc:spChg>
        <pc:picChg chg="add mod">
          <ac:chgData name="泰弘 仲山" userId="857b4835f3abfbd8" providerId="LiveId" clId="{1719127F-B280-47D0-B899-2028F4F2809D}" dt="2025-12-23T16:24:19.739" v="4374" actId="1076"/>
          <ac:picMkLst>
            <pc:docMk/>
            <pc:sldMk cId="2422407829" sldId="275"/>
            <ac:picMk id="6" creationId="{BF790AA1-0BCF-F755-DC7D-A31F81E2B2E0}"/>
          </ac:picMkLst>
        </pc:picChg>
        <pc:picChg chg="add mod">
          <ac:chgData name="泰弘 仲山" userId="857b4835f3abfbd8" providerId="LiveId" clId="{1719127F-B280-47D0-B899-2028F4F2809D}" dt="2025-12-23T16:24:21.762" v="4375" actId="1076"/>
          <ac:picMkLst>
            <pc:docMk/>
            <pc:sldMk cId="2422407829" sldId="275"/>
            <ac:picMk id="8" creationId="{4FE31CB1-0432-B82F-451A-26154FCC2F9B}"/>
          </ac:picMkLst>
        </pc:picChg>
        <pc:picChg chg="add mod">
          <ac:chgData name="泰弘 仲山" userId="857b4835f3abfbd8" providerId="LiveId" clId="{1719127F-B280-47D0-B899-2028F4F2809D}" dt="2025-12-23T16:48:03.751" v="5444" actId="14100"/>
          <ac:picMkLst>
            <pc:docMk/>
            <pc:sldMk cId="2422407829" sldId="275"/>
            <ac:picMk id="10" creationId="{BC80F189-85E7-A572-4B76-8D27E6A7FFFB}"/>
          </ac:picMkLst>
        </pc:picChg>
      </pc:sldChg>
      <pc:sldChg chg="addSp modSp new mod">
        <pc:chgData name="泰弘 仲山" userId="857b4835f3abfbd8" providerId="LiveId" clId="{1719127F-B280-47D0-B899-2028F4F2809D}" dt="2025-12-23T16:48:33.538" v="5521" actId="20577"/>
        <pc:sldMkLst>
          <pc:docMk/>
          <pc:sldMk cId="2225524408" sldId="276"/>
        </pc:sldMkLst>
        <pc:spChg chg="mod">
          <ac:chgData name="泰弘 仲山" userId="857b4835f3abfbd8" providerId="LiveId" clId="{1719127F-B280-47D0-B899-2028F4F2809D}" dt="2025-12-23T16:48:14.179" v="5466" actId="20577"/>
          <ac:spMkLst>
            <pc:docMk/>
            <pc:sldMk cId="2225524408" sldId="276"/>
            <ac:spMk id="2" creationId="{9C8B52D3-9976-87E4-D2A5-FF0846D8AD3F}"/>
          </ac:spMkLst>
        </pc:spChg>
        <pc:spChg chg="mod">
          <ac:chgData name="泰弘 仲山" userId="857b4835f3abfbd8" providerId="LiveId" clId="{1719127F-B280-47D0-B899-2028F4F2809D}" dt="2025-12-23T16:48:33.538" v="5521" actId="20577"/>
          <ac:spMkLst>
            <pc:docMk/>
            <pc:sldMk cId="2225524408" sldId="276"/>
            <ac:spMk id="3" creationId="{D5582F09-B2FE-589A-DAE0-C327F76D3AD0}"/>
          </ac:spMkLst>
        </pc:spChg>
        <pc:picChg chg="add mod">
          <ac:chgData name="泰弘 仲山" userId="857b4835f3abfbd8" providerId="LiveId" clId="{1719127F-B280-47D0-B899-2028F4F2809D}" dt="2025-12-23T16:40:17.315" v="4776" actId="14100"/>
          <ac:picMkLst>
            <pc:docMk/>
            <pc:sldMk cId="2225524408" sldId="276"/>
            <ac:picMk id="6" creationId="{6EE9AFBB-3D35-1BD4-3A5B-9FEA11E8D8C8}"/>
          </ac:picMkLst>
        </pc:picChg>
        <pc:picChg chg="add mod">
          <ac:chgData name="泰弘 仲山" userId="857b4835f3abfbd8" providerId="LiveId" clId="{1719127F-B280-47D0-B899-2028F4F2809D}" dt="2025-12-23T16:40:20.829" v="4778" actId="14100"/>
          <ac:picMkLst>
            <pc:docMk/>
            <pc:sldMk cId="2225524408" sldId="276"/>
            <ac:picMk id="8" creationId="{9099C1F4-9FB3-2F38-E88F-AFB46097BBC6}"/>
          </ac:picMkLst>
        </pc:picChg>
      </pc:sldChg>
      <pc:sldChg chg="addSp delSp modSp new mod ord">
        <pc:chgData name="泰弘 仲山" userId="857b4835f3abfbd8" providerId="LiveId" clId="{1719127F-B280-47D0-B899-2028F4F2809D}" dt="2025-12-23T16:59:44.292" v="5735" actId="20577"/>
        <pc:sldMkLst>
          <pc:docMk/>
          <pc:sldMk cId="1703536420" sldId="277"/>
        </pc:sldMkLst>
        <pc:spChg chg="mod">
          <ac:chgData name="泰弘 仲山" userId="857b4835f3abfbd8" providerId="LiveId" clId="{1719127F-B280-47D0-B899-2028F4F2809D}" dt="2025-12-23T16:59:44.292" v="5735" actId="20577"/>
          <ac:spMkLst>
            <pc:docMk/>
            <pc:sldMk cId="1703536420" sldId="277"/>
            <ac:spMk id="2" creationId="{DE826166-EB25-0CEF-66FF-3F19E761F088}"/>
          </ac:spMkLst>
        </pc:spChg>
        <pc:spChg chg="del mod">
          <ac:chgData name="泰弘 仲山" userId="857b4835f3abfbd8" providerId="LiveId" clId="{1719127F-B280-47D0-B899-2028F4F2809D}" dt="2025-12-23T16:55:15.932" v="5563" actId="478"/>
          <ac:spMkLst>
            <pc:docMk/>
            <pc:sldMk cId="1703536420" sldId="277"/>
            <ac:spMk id="3" creationId="{41695AFE-072D-B500-A09E-1BF0EC8ED166}"/>
          </ac:spMkLst>
        </pc:spChg>
        <pc:spChg chg="add del mod">
          <ac:chgData name="泰弘 仲山" userId="857b4835f3abfbd8" providerId="LiveId" clId="{1719127F-B280-47D0-B899-2028F4F2809D}" dt="2025-12-23T16:55:51.011" v="5583" actId="478"/>
          <ac:spMkLst>
            <pc:docMk/>
            <pc:sldMk cId="1703536420" sldId="277"/>
            <ac:spMk id="14" creationId="{756C0D2B-EB15-86C7-9EF3-7B42AE21EAD7}"/>
          </ac:spMkLst>
        </pc:spChg>
        <pc:spChg chg="add mod ord">
          <ac:chgData name="泰弘 仲山" userId="857b4835f3abfbd8" providerId="LiveId" clId="{1719127F-B280-47D0-B899-2028F4F2809D}" dt="2025-12-23T16:56:15.950" v="5595" actId="1076"/>
          <ac:spMkLst>
            <pc:docMk/>
            <pc:sldMk cId="1703536420" sldId="277"/>
            <ac:spMk id="15" creationId="{CCA0F5D0-A5DF-E808-55F6-AA9268B863EB}"/>
          </ac:spMkLst>
        </pc:spChg>
        <pc:spChg chg="add mod">
          <ac:chgData name="泰弘 仲山" userId="857b4835f3abfbd8" providerId="LiveId" clId="{1719127F-B280-47D0-B899-2028F4F2809D}" dt="2025-12-23T16:56:25.514" v="5599" actId="1076"/>
          <ac:spMkLst>
            <pc:docMk/>
            <pc:sldMk cId="1703536420" sldId="277"/>
            <ac:spMk id="16" creationId="{73218452-4E04-D053-18F6-447DCA1F7F1C}"/>
          </ac:spMkLst>
        </pc:spChg>
        <pc:spChg chg="add mod">
          <ac:chgData name="泰弘 仲山" userId="857b4835f3abfbd8" providerId="LiveId" clId="{1719127F-B280-47D0-B899-2028F4F2809D}" dt="2025-12-23T16:57:12.534" v="5665" actId="1076"/>
          <ac:spMkLst>
            <pc:docMk/>
            <pc:sldMk cId="1703536420" sldId="277"/>
            <ac:spMk id="17" creationId="{2AD5D07F-3852-CBB3-30F5-37DC1A71CA2D}"/>
          </ac:spMkLst>
        </pc:spChg>
        <pc:spChg chg="add mod">
          <ac:chgData name="泰弘 仲山" userId="857b4835f3abfbd8" providerId="LiveId" clId="{1719127F-B280-47D0-B899-2028F4F2809D}" dt="2025-12-23T16:57:21.058" v="5677" actId="20577"/>
          <ac:spMkLst>
            <pc:docMk/>
            <pc:sldMk cId="1703536420" sldId="277"/>
            <ac:spMk id="18" creationId="{EA8E55BA-F864-831D-5D09-BBA2E9D8D18A}"/>
          </ac:spMkLst>
        </pc:spChg>
        <pc:picChg chg="add mod">
          <ac:chgData name="泰弘 仲山" userId="857b4835f3abfbd8" providerId="LiveId" clId="{1719127F-B280-47D0-B899-2028F4F2809D}" dt="2025-12-23T16:56:48.790" v="5607" actId="1076"/>
          <ac:picMkLst>
            <pc:docMk/>
            <pc:sldMk cId="1703536420" sldId="277"/>
            <ac:picMk id="6" creationId="{C51DF76C-D380-B4DE-4744-205F28BA6B05}"/>
          </ac:picMkLst>
        </pc:picChg>
        <pc:picChg chg="add mod">
          <ac:chgData name="泰弘 仲山" userId="857b4835f3abfbd8" providerId="LiveId" clId="{1719127F-B280-47D0-B899-2028F4F2809D}" dt="2025-12-23T16:57:34.294" v="5679" actId="1076"/>
          <ac:picMkLst>
            <pc:docMk/>
            <pc:sldMk cId="1703536420" sldId="277"/>
            <ac:picMk id="8" creationId="{5B84A33D-5AD0-0308-BB39-54686EF6258B}"/>
          </ac:picMkLst>
        </pc:picChg>
        <pc:picChg chg="add mod">
          <ac:chgData name="泰弘 仲山" userId="857b4835f3abfbd8" providerId="LiveId" clId="{1719127F-B280-47D0-B899-2028F4F2809D}" dt="2025-12-23T16:56:30.286" v="5601" actId="1076"/>
          <ac:picMkLst>
            <pc:docMk/>
            <pc:sldMk cId="1703536420" sldId="277"/>
            <ac:picMk id="10" creationId="{35639A69-24A1-41EB-A768-B3B8A74FD79A}"/>
          </ac:picMkLst>
        </pc:picChg>
        <pc:picChg chg="add mod">
          <ac:chgData name="泰弘 仲山" userId="857b4835f3abfbd8" providerId="LiveId" clId="{1719127F-B280-47D0-B899-2028F4F2809D}" dt="2025-12-23T16:57:31.230" v="5678" actId="1076"/>
          <ac:picMkLst>
            <pc:docMk/>
            <pc:sldMk cId="1703536420" sldId="277"/>
            <ac:picMk id="12" creationId="{8F775583-AF49-B5BC-36C3-C648BDB6FB39}"/>
          </ac:picMkLst>
        </pc:picChg>
      </pc:sldChg>
      <pc:sldChg chg="addSp delSp modSp new mod">
        <pc:chgData name="泰弘 仲山" userId="857b4835f3abfbd8" providerId="LiveId" clId="{1719127F-B280-47D0-B899-2028F4F2809D}" dt="2025-12-23T17:25:32.480" v="6711" actId="14100"/>
        <pc:sldMkLst>
          <pc:docMk/>
          <pc:sldMk cId="925821019" sldId="278"/>
        </pc:sldMkLst>
        <pc:spChg chg="mod">
          <ac:chgData name="泰弘 仲山" userId="857b4835f3abfbd8" providerId="LiveId" clId="{1719127F-B280-47D0-B899-2028F4F2809D}" dt="2025-12-23T17:22:00.835" v="6708" actId="20577"/>
          <ac:spMkLst>
            <pc:docMk/>
            <pc:sldMk cId="925821019" sldId="278"/>
            <ac:spMk id="2" creationId="{CB66B73E-7740-40BB-DD0A-E03F7C0DBBAB}"/>
          </ac:spMkLst>
        </pc:spChg>
        <pc:spChg chg="del">
          <ac:chgData name="泰弘 仲山" userId="857b4835f3abfbd8" providerId="LiveId" clId="{1719127F-B280-47D0-B899-2028F4F2809D}" dt="2025-12-23T17:22:09.190" v="6709" actId="478"/>
          <ac:spMkLst>
            <pc:docMk/>
            <pc:sldMk cId="925821019" sldId="278"/>
            <ac:spMk id="3" creationId="{B9F8E24B-BDC4-E118-4A20-AE5CF350DE00}"/>
          </ac:spMkLst>
        </pc:spChg>
        <pc:picChg chg="add mod">
          <ac:chgData name="泰弘 仲山" userId="857b4835f3abfbd8" providerId="LiveId" clId="{1719127F-B280-47D0-B899-2028F4F2809D}" dt="2025-12-23T17:06:52.073" v="5967" actId="1076"/>
          <ac:picMkLst>
            <pc:docMk/>
            <pc:sldMk cId="925821019" sldId="278"/>
            <ac:picMk id="6" creationId="{F46E1F51-A7B4-11C0-641E-870B75BB7536}"/>
          </ac:picMkLst>
        </pc:picChg>
        <pc:picChg chg="add mod">
          <ac:chgData name="泰弘 仲山" userId="857b4835f3abfbd8" providerId="LiveId" clId="{1719127F-B280-47D0-B899-2028F4F2809D}" dt="2025-12-23T17:06:48.841" v="5964" actId="1076"/>
          <ac:picMkLst>
            <pc:docMk/>
            <pc:sldMk cId="925821019" sldId="278"/>
            <ac:picMk id="8" creationId="{E91565CB-080D-0320-D799-7B9C0D7F902F}"/>
          </ac:picMkLst>
        </pc:picChg>
        <pc:picChg chg="add mod">
          <ac:chgData name="泰弘 仲山" userId="857b4835f3abfbd8" providerId="LiveId" clId="{1719127F-B280-47D0-B899-2028F4F2809D}" dt="2025-12-23T17:07:04.806" v="5972" actId="14100"/>
          <ac:picMkLst>
            <pc:docMk/>
            <pc:sldMk cId="925821019" sldId="278"/>
            <ac:picMk id="10" creationId="{9E07D764-388F-CB98-1B7C-9AA91883DBD4}"/>
          </ac:picMkLst>
        </pc:picChg>
        <pc:picChg chg="add mod">
          <ac:chgData name="泰弘 仲山" userId="857b4835f3abfbd8" providerId="LiveId" clId="{1719127F-B280-47D0-B899-2028F4F2809D}" dt="2025-12-23T17:25:32.480" v="6711" actId="14100"/>
          <ac:picMkLst>
            <pc:docMk/>
            <pc:sldMk cId="925821019" sldId="278"/>
            <ac:picMk id="12" creationId="{D1C02CCB-1DF2-504B-D8E7-762693BF7F6E}"/>
          </ac:picMkLst>
        </pc:picChg>
      </pc:sldChg>
      <pc:sldChg chg="addSp modSp new mod">
        <pc:chgData name="泰弘 仲山" userId="857b4835f3abfbd8" providerId="LiveId" clId="{1719127F-B280-47D0-B899-2028F4F2809D}" dt="2025-12-23T17:11:45.499" v="6177" actId="1076"/>
        <pc:sldMkLst>
          <pc:docMk/>
          <pc:sldMk cId="3838983085" sldId="279"/>
        </pc:sldMkLst>
        <pc:spChg chg="mod">
          <ac:chgData name="泰弘 仲山" userId="857b4835f3abfbd8" providerId="LiveId" clId="{1719127F-B280-47D0-B899-2028F4F2809D}" dt="2025-12-23T17:09:17.538" v="5989" actId="20577"/>
          <ac:spMkLst>
            <pc:docMk/>
            <pc:sldMk cId="3838983085" sldId="279"/>
            <ac:spMk id="2" creationId="{12F4C532-FE09-2C32-657C-8CF36D089B61}"/>
          </ac:spMkLst>
        </pc:spChg>
        <pc:spChg chg="mod">
          <ac:chgData name="泰弘 仲山" userId="857b4835f3abfbd8" providerId="LiveId" clId="{1719127F-B280-47D0-B899-2028F4F2809D}" dt="2025-12-23T17:11:37.170" v="6174" actId="20577"/>
          <ac:spMkLst>
            <pc:docMk/>
            <pc:sldMk cId="3838983085" sldId="279"/>
            <ac:spMk id="3" creationId="{EC54CC29-7CB5-9408-141B-D470A7B2E310}"/>
          </ac:spMkLst>
        </pc:spChg>
        <pc:picChg chg="add mod">
          <ac:chgData name="泰弘 仲山" userId="857b4835f3abfbd8" providerId="LiveId" clId="{1719127F-B280-47D0-B899-2028F4F2809D}" dt="2025-12-23T17:11:40.570" v="6175" actId="1076"/>
          <ac:picMkLst>
            <pc:docMk/>
            <pc:sldMk cId="3838983085" sldId="279"/>
            <ac:picMk id="6" creationId="{7AF2C745-3240-5EEC-3451-4F7AE85D66E0}"/>
          </ac:picMkLst>
        </pc:picChg>
        <pc:picChg chg="add mod">
          <ac:chgData name="泰弘 仲山" userId="857b4835f3abfbd8" providerId="LiveId" clId="{1719127F-B280-47D0-B899-2028F4F2809D}" dt="2025-12-23T17:11:42.410" v="6176" actId="1076"/>
          <ac:picMkLst>
            <pc:docMk/>
            <pc:sldMk cId="3838983085" sldId="279"/>
            <ac:picMk id="8" creationId="{6ABCE65A-F886-120E-811D-035A094FCFD2}"/>
          </ac:picMkLst>
        </pc:picChg>
        <pc:picChg chg="add mod">
          <ac:chgData name="泰弘 仲山" userId="857b4835f3abfbd8" providerId="LiveId" clId="{1719127F-B280-47D0-B899-2028F4F2809D}" dt="2025-12-23T17:11:45.499" v="6177" actId="1076"/>
          <ac:picMkLst>
            <pc:docMk/>
            <pc:sldMk cId="3838983085" sldId="279"/>
            <ac:picMk id="10" creationId="{F146F419-E9A1-8EAD-6FAF-73024589FE21}"/>
          </ac:picMkLst>
        </pc:picChg>
      </pc:sldChg>
      <pc:sldChg chg="addSp modSp new mod">
        <pc:chgData name="泰弘 仲山" userId="857b4835f3abfbd8" providerId="LiveId" clId="{1719127F-B280-47D0-B899-2028F4F2809D}" dt="2025-12-23T17:21:13.927" v="6692" actId="1076"/>
        <pc:sldMkLst>
          <pc:docMk/>
          <pc:sldMk cId="2446557488" sldId="280"/>
        </pc:sldMkLst>
        <pc:spChg chg="mod">
          <ac:chgData name="泰弘 仲山" userId="857b4835f3abfbd8" providerId="LiveId" clId="{1719127F-B280-47D0-B899-2028F4F2809D}" dt="2025-12-23T17:12:01.492" v="6208" actId="20577"/>
          <ac:spMkLst>
            <pc:docMk/>
            <pc:sldMk cId="2446557488" sldId="280"/>
            <ac:spMk id="2" creationId="{94953D88-34FC-735B-3C14-5BA0E3CE6B7C}"/>
          </ac:spMkLst>
        </pc:spChg>
        <pc:spChg chg="mod">
          <ac:chgData name="泰弘 仲山" userId="857b4835f3abfbd8" providerId="LiveId" clId="{1719127F-B280-47D0-B899-2028F4F2809D}" dt="2025-12-23T17:17:12.805" v="6298" actId="5793"/>
          <ac:spMkLst>
            <pc:docMk/>
            <pc:sldMk cId="2446557488" sldId="280"/>
            <ac:spMk id="3" creationId="{194976E7-F2C4-AFA2-E113-9308A93A2719}"/>
          </ac:spMkLst>
        </pc:spChg>
        <pc:spChg chg="add mod">
          <ac:chgData name="泰弘 仲山" userId="857b4835f3abfbd8" providerId="LiveId" clId="{1719127F-B280-47D0-B899-2028F4F2809D}" dt="2025-12-23T17:19:43.195" v="6555" actId="14100"/>
          <ac:spMkLst>
            <pc:docMk/>
            <pc:sldMk cId="2446557488" sldId="280"/>
            <ac:spMk id="11" creationId="{3C92E571-D42F-0742-2F46-FE01240DEC18}"/>
          </ac:spMkLst>
        </pc:spChg>
        <pc:spChg chg="add mod">
          <ac:chgData name="泰弘 仲山" userId="857b4835f3abfbd8" providerId="LiveId" clId="{1719127F-B280-47D0-B899-2028F4F2809D}" dt="2025-12-23T17:18:18.739" v="6402" actId="1076"/>
          <ac:spMkLst>
            <pc:docMk/>
            <pc:sldMk cId="2446557488" sldId="280"/>
            <ac:spMk id="12" creationId="{BA726CCF-8A91-ECC8-C668-25BBFE1B93B9}"/>
          </ac:spMkLst>
        </pc:spChg>
        <pc:spChg chg="add mod">
          <ac:chgData name="泰弘 仲山" userId="857b4835f3abfbd8" providerId="LiveId" clId="{1719127F-B280-47D0-B899-2028F4F2809D}" dt="2025-12-23T17:20:47.827" v="6688" actId="20577"/>
          <ac:spMkLst>
            <pc:docMk/>
            <pc:sldMk cId="2446557488" sldId="280"/>
            <ac:spMk id="13" creationId="{843E80DA-92D5-026C-01A7-3C38C0B426E3}"/>
          </ac:spMkLst>
        </pc:spChg>
        <pc:picChg chg="add mod">
          <ac:chgData name="泰弘 仲山" userId="857b4835f3abfbd8" providerId="LiveId" clId="{1719127F-B280-47D0-B899-2028F4F2809D}" dt="2025-12-23T17:17:27.935" v="6307" actId="1076"/>
          <ac:picMkLst>
            <pc:docMk/>
            <pc:sldMk cId="2446557488" sldId="280"/>
            <ac:picMk id="6" creationId="{2C660879-D5BB-984E-5A44-041E90BB626B}"/>
          </ac:picMkLst>
        </pc:picChg>
        <pc:picChg chg="add mod">
          <ac:chgData name="泰弘 仲山" userId="857b4835f3abfbd8" providerId="LiveId" clId="{1719127F-B280-47D0-B899-2028F4F2809D}" dt="2025-12-23T17:20:00.811" v="6561" actId="1076"/>
          <ac:picMkLst>
            <pc:docMk/>
            <pc:sldMk cId="2446557488" sldId="280"/>
            <ac:picMk id="8" creationId="{FBC8BF52-0695-57A5-D8A0-429D9157803F}"/>
          </ac:picMkLst>
        </pc:picChg>
        <pc:picChg chg="add mod">
          <ac:chgData name="泰弘 仲山" userId="857b4835f3abfbd8" providerId="LiveId" clId="{1719127F-B280-47D0-B899-2028F4F2809D}" dt="2025-12-23T17:20:00.811" v="6561" actId="1076"/>
          <ac:picMkLst>
            <pc:docMk/>
            <pc:sldMk cId="2446557488" sldId="280"/>
            <ac:picMk id="10" creationId="{800D130C-25AE-497C-1EA9-12111B253A55}"/>
          </ac:picMkLst>
        </pc:picChg>
        <pc:picChg chg="add mod">
          <ac:chgData name="泰弘 仲山" userId="857b4835f3abfbd8" providerId="LiveId" clId="{1719127F-B280-47D0-B899-2028F4F2809D}" dt="2025-12-23T17:21:13.927" v="6692" actId="1076"/>
          <ac:picMkLst>
            <pc:docMk/>
            <pc:sldMk cId="2446557488" sldId="280"/>
            <ac:picMk id="15" creationId="{988C0766-A4FF-52FE-173F-91477CE6A774}"/>
          </ac:picMkLst>
        </pc:picChg>
      </pc:sldChg>
      <pc:sldMasterChg chg="modSldLayout">
        <pc:chgData name="泰弘 仲山" userId="857b4835f3abfbd8" providerId="LiveId" clId="{1719127F-B280-47D0-B899-2028F4F2809D}" dt="2025-12-21T14:26:05.961" v="28" actId="255"/>
        <pc:sldMasterMkLst>
          <pc:docMk/>
          <pc:sldMasterMk cId="3827012438" sldId="2147483648"/>
        </pc:sldMasterMkLst>
        <pc:sldLayoutChg chg="delSp modSp mod">
          <pc:chgData name="泰弘 仲山" userId="857b4835f3abfbd8" providerId="LiveId" clId="{1719127F-B280-47D0-B899-2028F4F2809D}" dt="2025-12-21T14:26:05.961" v="28" actId="255"/>
          <pc:sldLayoutMkLst>
            <pc:docMk/>
            <pc:sldMasterMk cId="3827012438" sldId="2147483648"/>
            <pc:sldLayoutMk cId="2994869843" sldId="2147483660"/>
          </pc:sldLayoutMkLst>
          <pc:spChg chg="mod">
            <ac:chgData name="泰弘 仲山" userId="857b4835f3abfbd8" providerId="LiveId" clId="{1719127F-B280-47D0-B899-2028F4F2809D}" dt="2025-12-21T14:25:24.463" v="20" actId="14100"/>
            <ac:spMkLst>
              <pc:docMk/>
              <pc:sldMasterMk cId="3827012438" sldId="2147483648"/>
              <pc:sldLayoutMk cId="2994869843" sldId="2147483660"/>
              <ac:spMk id="2" creationId="{F703D078-30A5-AC04-BC19-0925CAD0DEAC}"/>
            </ac:spMkLst>
          </pc:spChg>
          <pc:spChg chg="mod">
            <ac:chgData name="泰弘 仲山" userId="857b4835f3abfbd8" providerId="LiveId" clId="{1719127F-B280-47D0-B899-2028F4F2809D}" dt="2025-12-21T14:26:05.961" v="28" actId="255"/>
            <ac:spMkLst>
              <pc:docMk/>
              <pc:sldMasterMk cId="3827012438" sldId="2147483648"/>
              <pc:sldLayoutMk cId="2994869843" sldId="2147483660"/>
              <ac:spMk id="3" creationId="{EDE11182-BB68-AB6D-89F3-B93D8B3BCE35}"/>
            </ac:spMkLst>
          </pc:spChg>
          <pc:spChg chg="mod">
            <ac:chgData name="泰弘 仲山" userId="857b4835f3abfbd8" providerId="LiveId" clId="{1719127F-B280-47D0-B899-2028F4F2809D}" dt="2025-12-21T14:25:39.154" v="26" actId="1076"/>
            <ac:spMkLst>
              <pc:docMk/>
              <pc:sldMasterMk cId="3827012438" sldId="2147483648"/>
              <pc:sldLayoutMk cId="2994869843" sldId="2147483660"/>
              <ac:spMk id="6" creationId="{4D4EF0BD-9E56-FCE8-C889-71E127B9462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CC195-DA53-457B-BE3D-0DFC9B58B5D8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39BB5-37BB-43BA-9FF8-6AA8A6BA34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82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3D078-30A5-AC04-BC19-0925CAD0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35" y="143489"/>
            <a:ext cx="11520055" cy="734002"/>
          </a:xfrm>
        </p:spPr>
        <p:txBody>
          <a:bodyPr/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E11182-BB68-AB6D-89F3-B93D8B3B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11520054" cy="520007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EF0BD-9E56-FCE8-C889-71E127B9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290" y="6349386"/>
            <a:ext cx="2743200" cy="365125"/>
          </a:xfrm>
        </p:spPr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6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223AD-E2AC-3FCF-381D-3CF46798A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90162A-A1B8-2E2F-B17D-33DFA87FC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3F9E50-AAC7-ABEA-93ED-AF039481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636D-F575-4434-B919-E3F9A1FE8527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F61D2A-1063-C563-A0F2-BA1F2AED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13D695-D06B-172C-3C0E-435376F8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86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3D078-30A5-AC04-BC19-0925CAD0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E11182-BB68-AB6D-89F3-B93D8B3BC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BC0F39-82A2-7984-230C-CAC08301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2DCF-6672-4486-8C0E-885161F5B8A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D602CF-F119-2709-1611-1D2451FE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EF0BD-9E56-FCE8-C889-71E127B9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01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36357-6A0D-03A3-433A-DEC0FD06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616393-1964-0279-9241-7766BE1B5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126373-23D3-0DFA-BBB9-AEB34061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E15B-5F70-439D-AEED-392A88AD95CD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56001-1849-9433-D72D-2D6ADA0B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624EBD-7F9D-F5A1-E6B2-E8ECF45C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68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8EC33-4666-FC01-EA28-7066FB9B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F2AC0F-ED8D-15B2-9226-CFFCE0368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5C00AF-DF9A-5276-FC7E-18CF4D31E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3F6A40-DDCD-FB20-43A5-FBF4C492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3A25-94AA-44F9-9F67-145663D53D5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D30513-90AE-7B9F-CA06-520BBC60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05D610-DF8F-99AF-CF1C-791FEE61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9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EC23A-E2AC-FD55-8262-C3739B42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70D895-2E00-56F6-37E0-0BF47D92D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103F7F-2472-37A7-E908-B16B7A0F1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212A24-42F3-5A23-EF10-ED6C006D8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1BFBED-CEF2-FDE6-0B10-B493B2D10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A2F2ECC-2338-D271-A9F8-A607D0E5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4B7F-4DA8-406A-A7A8-E776E3DD8AA4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1C70AE-7F88-9775-CB7E-01FE2608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8056D7E-5804-B3C3-6922-A32A69A8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09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BFDA68-17FE-BADA-31BF-D62B786C9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EF9A0C-8FF7-AFA9-BC0C-CEC7B854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755F-D895-4934-9509-754F0EC93EE5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A1D7A2-037B-82DE-67AA-324B3DA5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99D7DD-7E80-D2D4-E7DE-E3372FB4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85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D544F7-4E3E-2E01-F620-8B52A028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2CA5-9716-436A-BECC-637151788047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65AA628-9339-0A41-5E54-5858745B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D43D6C-DF78-67A8-C760-A634D979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85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91734-04C0-E0DE-A1C5-EB1F9BF11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D0659C-5D3C-BA6C-0280-EBE468FBE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8083A1-B767-5C6B-6C29-659B0E1DB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7A67E1-30AB-0E74-B111-55D13D6B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605A-5005-4A46-A1A0-87C6B68433F8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52490E-B369-4107-B1A3-E34D5041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E42731-116C-1686-195E-6F01323E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8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35700-A664-6B7E-1005-CD7E56EF2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93C9665-891C-C7D1-FE5E-8F3E8E6D2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EBBC0A-B30A-4B57-0CFB-28586AE25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42DB28-CD7A-B5A1-C6FD-0DFD5615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331-0E29-47F9-8617-FD2457589D07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1D171B-E7B4-94D9-8DB0-8FEA035F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002888-72EB-C2C7-38AE-1909301C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08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5A63F-2DFF-BAB2-E1EE-49915793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468121-B4D4-D899-1C8C-50AC030D4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73D9C7-E30C-1ED0-2747-48EDFE05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91BC-44F9-493E-97DB-9824EB8A7DB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7D990-0C14-7CAE-22DB-0832A927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1DEF98-5A38-5936-8250-39341A8B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463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07363A-1644-E09A-71C8-1E10A55E6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578FCE-CB09-18F3-F0EB-3221BBEF2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254DCE-7680-EDF2-64B1-16EBCFC9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4230-1B17-49C0-B00B-B5A96B777554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13BC79-A3BC-4E82-32C9-F1B59D80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F73781-4DF4-7BF3-7797-F50C99C6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34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EB607F5-524F-3D88-0069-76703563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27E734-851E-C69B-62A5-E4E0BBA6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BBD459-9D0C-E02C-26A4-46A7752EF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4461F-A6A7-4BD0-807D-2D2B72E0285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EA3EEC-5F6E-D8FE-7592-BABC6FCB8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13F955-61DB-48EA-D0B1-D433D64B0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3C8B2-6F41-4419-91EE-BC3E1745F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01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A08AD-ABBE-BDFB-E5E8-F0CA6A326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68437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マルチフラクタルについて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0DC557-D420-2082-6678-BDEA5550A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7713"/>
            <a:ext cx="9144000" cy="1262743"/>
          </a:xfrm>
        </p:spPr>
        <p:txBody>
          <a:bodyPr/>
          <a:lstStyle/>
          <a:p>
            <a:r>
              <a:rPr kumimoji="1" lang="en-US" altLang="ja-JP" dirty="0"/>
              <a:t>2025/12/25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ADA1F0-5ADC-E6BD-FBDA-226AEF63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48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5E42A-EE4D-549E-2A3E-D3C8D391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はじめに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26D038-EAC8-1741-7CBE-6FE27003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DSS</a:t>
            </a:r>
            <a:r>
              <a:rPr kumimoji="1" lang="ja-JP" altLang="en-US" dirty="0"/>
              <a:t>での疑似マーケットデータ生成</a:t>
            </a:r>
            <a:endParaRPr kumimoji="1" lang="en-US" altLang="ja-JP" dirty="0"/>
          </a:p>
          <a:p>
            <a:pPr lvl="1"/>
            <a:r>
              <a:rPr lang="ja-JP" altLang="en-US" dirty="0"/>
              <a:t>分布の性質は比較的簡単に再現</a:t>
            </a:r>
            <a:endParaRPr lang="en-US" altLang="ja-JP" dirty="0"/>
          </a:p>
          <a:p>
            <a:pPr lvl="1"/>
            <a:r>
              <a:rPr kumimoji="1" lang="ja-JP" altLang="en-US" dirty="0"/>
              <a:t>一方時系列的な性質はやや</a:t>
            </a:r>
            <a:endParaRPr kumimoji="1" lang="en-US" altLang="ja-JP" dirty="0"/>
          </a:p>
          <a:p>
            <a:pPr lvl="2"/>
            <a:r>
              <a:rPr lang="ja-JP" altLang="en-US" dirty="0"/>
              <a:t>疑似データを見破る道具を見つけたい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lang="en-US" altLang="ja-JP" dirty="0"/>
              <a:t>x</a:t>
            </a:r>
            <a:r>
              <a:rPr lang="ja-JP" altLang="en-US" dirty="0"/>
              <a:t>ｘ</a:t>
            </a:r>
            <a:r>
              <a:rPr kumimoji="1" lang="ja-JP" altLang="en-US" dirty="0"/>
              <a:t>研共同研究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過去の研究で一般化ハースト指数が出てきたが、全く理解できていない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6F7B23-73F0-5A0C-A9F5-69E4FC1C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1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AD7363-1CB8-CCC3-3AF3-03BB3599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ハースト指数とは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8E2A6C-7D33-8AF5-B7FD-9FEA7C06F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34625"/>
            <a:ext cx="11520054" cy="5420603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位置づけ</a:t>
            </a:r>
          </a:p>
          <a:p>
            <a:pPr lvl="1"/>
            <a:r>
              <a:rPr kumimoji="1" lang="ja-JP" altLang="en-US" dirty="0"/>
              <a:t>時系列が持つスケーリング構造を要約する代表的指標</a:t>
            </a:r>
          </a:p>
          <a:p>
            <a:pPr lvl="1"/>
            <a:r>
              <a:rPr kumimoji="1" lang="ja-JP" altLang="en-US" dirty="0"/>
              <a:t>自己相似性・長期依存性の定量化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定義（スケーリング則）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任意の</a:t>
            </a:r>
            <a:r>
              <a:rPr kumimoji="1" lang="en-US" altLang="ja-JP" dirty="0"/>
              <a:t>a&gt;0</a:t>
            </a:r>
            <a:r>
              <a:rPr kumimoji="1" lang="ja-JP" altLang="en-US" dirty="0"/>
              <a:t>に対して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kumimoji="1" lang="ja-JP" altLang="en-US" dirty="0"/>
              <a:t>直感的意味</a:t>
            </a:r>
          </a:p>
          <a:p>
            <a:pPr lvl="1"/>
            <a:r>
              <a:rPr kumimoji="1" lang="ja-JP" altLang="en-US" dirty="0"/>
              <a:t>時間軸を </a:t>
            </a:r>
            <a:r>
              <a:rPr lang="en-US" altLang="ja-JP" dirty="0"/>
              <a:t>a </a:t>
            </a:r>
            <a:r>
              <a:rPr kumimoji="1" lang="ja-JP" altLang="en-US" dirty="0"/>
              <a:t>倍</a:t>
            </a:r>
            <a:r>
              <a:rPr lang="ja-JP" altLang="en-US" dirty="0"/>
              <a:t>に引きのばしたとき、値動き（振幅）を       倍すれば分布が一致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r>
              <a:rPr lang="ja-JP" altLang="en-US" dirty="0"/>
              <a:t>ブラウン運動の場合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代表的な値</a:t>
            </a:r>
            <a:endParaRPr kumimoji="1" lang="en-US" altLang="ja-JP" dirty="0"/>
          </a:p>
          <a:p>
            <a:pPr lvl="1"/>
            <a:r>
              <a:rPr lang="en-US" altLang="ja-JP" dirty="0"/>
              <a:t>H = 0.5</a:t>
            </a:r>
            <a:r>
              <a:rPr lang="ja-JP" altLang="en-US" dirty="0"/>
              <a:t>：ブラウン運動　（増分が正規分布でなくても</a:t>
            </a:r>
            <a:r>
              <a:rPr lang="en-US" altLang="ja-JP" dirty="0" err="1"/>
              <a:t>i.i.d</a:t>
            </a:r>
            <a:r>
              <a:rPr lang="ja-JP" altLang="en-US" dirty="0"/>
              <a:t>かつ分散有限な分布であれば</a:t>
            </a:r>
            <a:r>
              <a:rPr lang="en-US" altLang="ja-JP" dirty="0"/>
              <a:t>H=0.5)</a:t>
            </a:r>
          </a:p>
          <a:p>
            <a:pPr lvl="1"/>
            <a:r>
              <a:rPr kumimoji="1" lang="en-US" altLang="ja-JP" dirty="0"/>
              <a:t>H &gt; 0.5</a:t>
            </a:r>
            <a:r>
              <a:rPr lang="ja-JP" altLang="en-US" dirty="0"/>
              <a:t>：持続的（トレンド的）</a:t>
            </a:r>
            <a:endParaRPr lang="en-US" altLang="ja-JP" dirty="0"/>
          </a:p>
          <a:p>
            <a:pPr lvl="1"/>
            <a:r>
              <a:rPr kumimoji="1" lang="en-US" altLang="ja-JP" dirty="0"/>
              <a:t>H &lt; 0.5</a:t>
            </a:r>
            <a:r>
              <a:rPr kumimoji="1" lang="ja-JP" altLang="en-US" dirty="0"/>
              <a:t>：反持続的（</a:t>
            </a:r>
            <a:r>
              <a:rPr lang="ja-JP" altLang="en-US" dirty="0"/>
              <a:t>平均回帰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673F2C-E8C4-947E-F505-5C82BDFAC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66" y="2456700"/>
            <a:ext cx="2229634" cy="54662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1C8D111-8612-F007-26C0-A6E431922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366" y="4471021"/>
            <a:ext cx="2121861" cy="51650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2EA6E7-C111-1395-AACF-247F77A4F517}"/>
              </a:ext>
            </a:extLst>
          </p:cNvPr>
          <p:cNvSpPr txBox="1"/>
          <p:nvPr/>
        </p:nvSpPr>
        <p:spPr>
          <a:xfrm>
            <a:off x="7086601" y="2545344"/>
            <a:ext cx="2950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 : </a:t>
            </a:r>
            <a:r>
              <a:rPr kumimoji="1" lang="ja-JP" altLang="en-US" dirty="0"/>
              <a:t>ハースト指数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45736C2-1595-B4AC-3319-813FE4DDE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578" y="3450772"/>
            <a:ext cx="333422" cy="342948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5BCAFF7-922B-3CB3-9EAE-ABAA895A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6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351DE9-CEA5-68D0-4BDC-707BA7F4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非整数ブラウン運動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04AF15-1ACB-3366-FAB0-ABC57875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73" y="1044917"/>
            <a:ext cx="6380513" cy="356259"/>
          </a:xfrm>
        </p:spPr>
        <p:txBody>
          <a:bodyPr/>
          <a:lstStyle/>
          <a:p>
            <a:r>
              <a:rPr kumimoji="1" lang="ja-JP" altLang="en-US" dirty="0"/>
              <a:t>非整数ブラウン運動の性質</a:t>
            </a:r>
          </a:p>
        </p:txBody>
      </p:sp>
      <p:pic>
        <p:nvPicPr>
          <p:cNvPr id="5" name="図 4" descr="テキスト, 手紙">
            <a:extLst>
              <a:ext uri="{FF2B5EF4-FFF2-40B4-BE49-F238E27FC236}">
                <a16:creationId xmlns:a16="http://schemas.microsoft.com/office/drawing/2014/main" id="{69E75E6B-AB24-76DC-67B9-D2DD5220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9" y="1536669"/>
            <a:ext cx="4714056" cy="1515233"/>
          </a:xfrm>
          <a:prstGeom prst="rect">
            <a:avLst/>
          </a:prstGeom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CE6A7E-AC33-4C21-4D4D-C818651C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1" y="3088639"/>
            <a:ext cx="5622069" cy="728038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07D5504-52F3-3E48-1F15-0CC40F978C63}"/>
              </a:ext>
            </a:extLst>
          </p:cNvPr>
          <p:cNvGrpSpPr/>
          <p:nvPr/>
        </p:nvGrpSpPr>
        <p:grpSpPr>
          <a:xfrm>
            <a:off x="6625320" y="2109228"/>
            <a:ext cx="5005663" cy="3943503"/>
            <a:chOff x="6183086" y="814976"/>
            <a:chExt cx="5005663" cy="394350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71F4325-173D-FB6F-FFD5-E923E3031F9F}"/>
                </a:ext>
              </a:extLst>
            </p:cNvPr>
            <p:cNvSpPr txBox="1"/>
            <p:nvPr/>
          </p:nvSpPr>
          <p:spPr>
            <a:xfrm>
              <a:off x="6183086" y="2153093"/>
              <a:ext cx="11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非ガウス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F512ADF-0477-383D-3E5F-A4D35C77FC3D}"/>
                </a:ext>
              </a:extLst>
            </p:cNvPr>
            <p:cNvSpPr txBox="1"/>
            <p:nvPr/>
          </p:nvSpPr>
          <p:spPr>
            <a:xfrm>
              <a:off x="6183086" y="3759110"/>
              <a:ext cx="11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ガウス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244B1A1-1D2F-E108-E602-8238D9B86CE3}"/>
                </a:ext>
              </a:extLst>
            </p:cNvPr>
            <p:cNvSpPr txBox="1"/>
            <p:nvPr/>
          </p:nvSpPr>
          <p:spPr>
            <a:xfrm>
              <a:off x="7753943" y="894247"/>
              <a:ext cx="11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dirty="0"/>
                <a:t>独立</a:t>
              </a:r>
              <a:endParaRPr kumimoji="1" lang="ja-JP" altLang="en-US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512AD6D-E33E-852F-BA2C-74432945E55A}"/>
                </a:ext>
              </a:extLst>
            </p:cNvPr>
            <p:cNvSpPr txBox="1"/>
            <p:nvPr/>
          </p:nvSpPr>
          <p:spPr>
            <a:xfrm>
              <a:off x="9563853" y="814976"/>
              <a:ext cx="1410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自己相似性（相関）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7CA1520-9A35-44CF-522B-D99D9BD80A44}"/>
                </a:ext>
              </a:extLst>
            </p:cNvPr>
            <p:cNvSpPr/>
            <p:nvPr/>
          </p:nvSpPr>
          <p:spPr>
            <a:xfrm>
              <a:off x="7400160" y="1398791"/>
              <a:ext cx="1839685" cy="162940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レヴィ過程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D1CD1E0-0CFA-3574-502C-4441339A394F}"/>
                </a:ext>
              </a:extLst>
            </p:cNvPr>
            <p:cNvSpPr/>
            <p:nvPr/>
          </p:nvSpPr>
          <p:spPr>
            <a:xfrm>
              <a:off x="9349064" y="1412762"/>
              <a:ext cx="1839685" cy="162940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現実の市場</a:t>
              </a: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D5D7A74-96D4-9D16-7439-B031BDFFFB24}"/>
                </a:ext>
              </a:extLst>
            </p:cNvPr>
            <p:cNvSpPr/>
            <p:nvPr/>
          </p:nvSpPr>
          <p:spPr>
            <a:xfrm>
              <a:off x="7400159" y="3129074"/>
              <a:ext cx="1839685" cy="162940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標準</a:t>
              </a:r>
              <a:endParaRPr kumimoji="1" lang="en-US" altLang="ja-JP" dirty="0"/>
            </a:p>
            <a:p>
              <a:pPr algn="ctr"/>
              <a:r>
                <a:rPr kumimoji="1" lang="ja-JP" altLang="en-US" dirty="0"/>
                <a:t>ブラウン運動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5A5709C-57F0-073F-A9C1-C8879175286E}"/>
                </a:ext>
              </a:extLst>
            </p:cNvPr>
            <p:cNvSpPr/>
            <p:nvPr/>
          </p:nvSpPr>
          <p:spPr>
            <a:xfrm>
              <a:off x="9349064" y="3120981"/>
              <a:ext cx="1839685" cy="162940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非整数</a:t>
              </a:r>
              <a:endParaRPr kumimoji="1" lang="en-US" altLang="ja-JP" dirty="0"/>
            </a:p>
            <a:p>
              <a:pPr algn="ctr"/>
              <a:r>
                <a:rPr kumimoji="1" lang="ja-JP" altLang="en-US" dirty="0"/>
                <a:t>ブラウン運動</a:t>
              </a:r>
            </a:p>
          </p:txBody>
        </p:sp>
      </p:grp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57F62501-E1D6-2E50-A818-E6230AB0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84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064C7-9DEB-FA85-C8D4-07E98C27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フラクタル次元との関係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190CEA-B958-2221-770E-5C69396B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11520054" cy="598061"/>
          </a:xfrm>
        </p:spPr>
        <p:txBody>
          <a:bodyPr/>
          <a:lstStyle/>
          <a:p>
            <a:r>
              <a:rPr kumimoji="1" lang="ja-JP" altLang="en-US" dirty="0"/>
              <a:t>あああ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642EBF-A9BE-1B59-6AA4-62C242D6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208" y="2406395"/>
            <a:ext cx="3544601" cy="598061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4B534E2-80AB-0021-B16B-709A90A0254A}"/>
              </a:ext>
            </a:extLst>
          </p:cNvPr>
          <p:cNvSpPr txBox="1">
            <a:spLocks/>
          </p:cNvSpPr>
          <p:nvPr/>
        </p:nvSpPr>
        <p:spPr>
          <a:xfrm>
            <a:off x="335973" y="3554514"/>
            <a:ext cx="11520054" cy="59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長期記憶性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430314B-873A-D724-42B9-E23A61E8B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94" y="4109032"/>
            <a:ext cx="2928430" cy="593601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BA5F01-7429-AD4B-8FFE-16D0F659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51A554D-A9BD-0F81-7EF6-BD87B2E22F6B}"/>
              </a:ext>
            </a:extLst>
          </p:cNvPr>
          <p:cNvSpPr txBox="1">
            <a:spLocks/>
          </p:cNvSpPr>
          <p:nvPr/>
        </p:nvSpPr>
        <p:spPr>
          <a:xfrm>
            <a:off x="335973" y="5257151"/>
            <a:ext cx="11520054" cy="1129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緩い使い方</a:t>
            </a:r>
            <a:endParaRPr lang="en-US" altLang="ja-JP" dirty="0"/>
          </a:p>
          <a:p>
            <a:pPr lvl="1"/>
            <a:r>
              <a:rPr lang="en-US" altLang="ja-JP" dirty="0"/>
              <a:t>D</a:t>
            </a:r>
            <a:r>
              <a:rPr lang="ja-JP" altLang="en-US" dirty="0"/>
              <a:t>≠</a:t>
            </a:r>
            <a:r>
              <a:rPr lang="en-US" altLang="ja-JP" dirty="0"/>
              <a:t>1.5</a:t>
            </a:r>
            <a:r>
              <a:rPr lang="ja-JP" altLang="en-US" dirty="0"/>
              <a:t>（</a:t>
            </a:r>
            <a:r>
              <a:rPr lang="en-US" altLang="ja-JP" dirty="0"/>
              <a:t>H</a:t>
            </a:r>
            <a:r>
              <a:rPr lang="ja-JP" altLang="en-US" dirty="0"/>
              <a:t>≠</a:t>
            </a:r>
            <a:r>
              <a:rPr lang="en-US" altLang="ja-JP" dirty="0"/>
              <a:t>0.5</a:t>
            </a:r>
            <a:r>
              <a:rPr lang="ja-JP" altLang="en-US" dirty="0"/>
              <a:t>）の場合に、「ブラウン運動とは異なるフラクタル性」を持つという</a:t>
            </a:r>
          </a:p>
        </p:txBody>
      </p:sp>
    </p:spTree>
    <p:extLst>
      <p:ext uri="{BB962C8B-B14F-4D97-AF65-F5344CB8AC3E}">
        <p14:creationId xmlns:p14="http://schemas.microsoft.com/office/powerpoint/2010/main" val="20302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F7DDB1-CB9C-E632-D1E4-90BD0329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ハースト指数の計測方法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0A1AE3F-5928-9066-656C-F333F149F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28587"/>
              </p:ext>
            </p:extLst>
          </p:nvPr>
        </p:nvGraphicFramePr>
        <p:xfrm>
          <a:off x="301135" y="1096298"/>
          <a:ext cx="11589730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30">
                  <a:extLst>
                    <a:ext uri="{9D8B030D-6E8A-4147-A177-3AD203B41FA5}">
                      <a16:colId xmlns:a16="http://schemas.microsoft.com/office/drawing/2014/main" val="3663621034"/>
                    </a:ext>
                  </a:extLst>
                </a:gridCol>
                <a:gridCol w="2909722">
                  <a:extLst>
                    <a:ext uri="{9D8B030D-6E8A-4147-A177-3AD203B41FA5}">
                      <a16:colId xmlns:a16="http://schemas.microsoft.com/office/drawing/2014/main" val="2608488799"/>
                    </a:ext>
                  </a:extLst>
                </a:gridCol>
                <a:gridCol w="2723322">
                  <a:extLst>
                    <a:ext uri="{9D8B030D-6E8A-4147-A177-3AD203B41FA5}">
                      <a16:colId xmlns:a16="http://schemas.microsoft.com/office/drawing/2014/main" val="114782355"/>
                    </a:ext>
                  </a:extLst>
                </a:gridCol>
                <a:gridCol w="3011556">
                  <a:extLst>
                    <a:ext uri="{9D8B030D-6E8A-4147-A177-3AD203B41FA5}">
                      <a16:colId xmlns:a16="http://schemas.microsoft.com/office/drawing/2014/main" val="3074954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手法</a:t>
                      </a:r>
                      <a:endParaRPr lang="ja-JP" alt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概要</a:t>
                      </a:r>
                      <a:endParaRPr lang="ja-JP" alt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メリット</a:t>
                      </a:r>
                      <a:endParaRPr lang="ja-JP" altLang="en-US" sz="1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デメリット・注意点</a:t>
                      </a:r>
                      <a:endParaRPr lang="ja-JP" alt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84786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R/S</a:t>
                      </a:r>
                      <a:r>
                        <a:rPr lang="ja-JP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解析</a:t>
                      </a:r>
                      <a:endParaRPr lang="en-US" altLang="ja-JP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kumimoji="1" lang="en-US" altLang="ja-JP" sz="1600" dirty="0"/>
                        <a:t>(Rescaled Range Analysis)</a:t>
                      </a:r>
                      <a:endParaRPr lang="ja-JP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累積偏差の範囲を標準偏差で正規化し、時間窓に対するスケーリングを見る古典的手法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直感的で歴史が長く、文献が豊富。計算が比較的容易。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非定常性（長期トレンド）に極めて弱い。</a:t>
                      </a: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トレンドを記憶と誤認し、過大評価されやすい。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6351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DFA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(Detrended Fluctuation Analysis)</a:t>
                      </a:r>
                      <a:endParaRPr kumimoji="1" lang="ja-JP" altLang="en-US" sz="1400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系列を積分し、各時間窓で多項式近似によるトレンド除去を行ってから、残差の分散のスケーリングを見る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非定常なデータでも安定して計測可能。</a:t>
                      </a:r>
                      <a:r>
                        <a:rPr lang="ja-JP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金融データのデファクトスタンダード。</a:t>
                      </a:r>
                      <a:r>
                        <a:rPr lang="en-US" altLang="ja-JP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MF-DFA</a:t>
                      </a:r>
                      <a:r>
                        <a:rPr lang="ja-JP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への拡張が容易。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多項式の次数（</a:t>
                      </a:r>
                      <a:r>
                        <a:rPr lang="en-US" altLang="ja-JP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DFA1, DFA2...</a:t>
                      </a:r>
                      <a:r>
                        <a:rPr lang="ja-JP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）の選択に依存する。窓サイズの下限・上限の設定に職人芸が必要。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3905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分散スケーリング法</a:t>
                      </a:r>
                      <a:endParaRPr lang="ja-JP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異なる時間スケール ごとにリターンの分散を計算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非常にシンプル。中心極限定理との対比が分かりやすい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サンプルサイズが小さいと推定が不安定。短期的な自己相関の影響を強く受け、長期記憶の分離が困難。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3758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スペクトル法</a:t>
                      </a:r>
                      <a:endParaRPr lang="en-US" altLang="ja-JP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ja-JP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ja-JP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Periodogram)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パワースペクトル密度が低周波数帯で 従う性質を利用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周波数領域での解析が可能。物理や信号処理の知見を転用できる。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窓関数の選択や平滑化の処理で結果が変わる。金融データ特有のノイズ（高周波）の影響を受けやすい。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5192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BHK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(Bayesian Hurst-Kolmogorov)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ハースト・コロモゴロフ過程（または</a:t>
                      </a:r>
                      <a:r>
                        <a:rPr lang="en-US" altLang="ja-JP" sz="1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fGN</a:t>
                      </a: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）を仮定し、ベイズ統計を用いて </a:t>
                      </a:r>
                      <a:r>
                        <a:rPr lang="en-US" altLang="ja-JP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</a:t>
                      </a: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の事後分布を求める。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推定の不確実性（</a:t>
                      </a:r>
                      <a:r>
                        <a:rPr lang="en-US" altLang="ja-JP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95%</a:t>
                      </a:r>
                      <a:r>
                        <a:rPr lang="ja-JP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信用区間など）を定量化できる。</a:t>
                      </a: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小サンプルでもロバストで、事前知識を注入可能。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計算コストが比較的高い。基礎となる確率過程（</a:t>
                      </a:r>
                      <a:r>
                        <a:rPr lang="en-US" altLang="ja-JP" sz="1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fGN</a:t>
                      </a:r>
                      <a:r>
                        <a:rPr lang="ja-JP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など）のモデル仮定が強く、マルチフラクタル性への対応は別途必要。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45695714"/>
                  </a:ext>
                </a:extLst>
              </a:tr>
            </a:tbl>
          </a:graphicData>
        </a:graphic>
      </p:graphicFrame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FAC5E0-AA5F-56BD-8B42-660C2942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21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8C819-A22A-D4F0-5E17-B3E9C508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R/S</a:t>
            </a:r>
            <a:r>
              <a:rPr lang="ja-JP" altLang="en-US" dirty="0"/>
              <a:t>解析（１）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D2B2BF-8DB9-DEF2-B381-D8659C89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40" y="1015058"/>
            <a:ext cx="11520054" cy="5200072"/>
          </a:xfrm>
        </p:spPr>
        <p:txBody>
          <a:bodyPr/>
          <a:lstStyle/>
          <a:p>
            <a:r>
              <a:rPr kumimoji="1" lang="en-US" altLang="ja-JP" dirty="0"/>
              <a:t>R/S</a:t>
            </a:r>
            <a:r>
              <a:rPr kumimoji="1" lang="ja-JP" altLang="en-US" dirty="0"/>
              <a:t>解析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「ある時間幅で見たとき、どれくらい“振れ幅の大きな動き”をするか」を、スケールごとに比べる手法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計算ステップ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ステップ１</a:t>
            </a:r>
            <a:endParaRPr kumimoji="1" lang="en-US" altLang="ja-JP" dirty="0"/>
          </a:p>
          <a:p>
            <a:pPr lvl="2"/>
            <a:r>
              <a:rPr lang="ja-JP" altLang="en-US" dirty="0"/>
              <a:t>スケール</a:t>
            </a:r>
            <a:r>
              <a:rPr lang="en-US" altLang="ja-JP" dirty="0"/>
              <a:t>n</a:t>
            </a:r>
            <a:r>
              <a:rPr lang="ja-JP" altLang="en-US" dirty="0"/>
              <a:t>を決め、系列を長さ</a:t>
            </a:r>
            <a:r>
              <a:rPr lang="en-US" altLang="ja-JP" dirty="0"/>
              <a:t>n</a:t>
            </a:r>
            <a:r>
              <a:rPr lang="ja-JP" altLang="en-US" dirty="0"/>
              <a:t>のブロックに分割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lang="ja-JP" altLang="en-US" dirty="0"/>
              <a:t>ステップ２</a:t>
            </a:r>
            <a:endParaRPr lang="en-US" altLang="ja-JP" dirty="0"/>
          </a:p>
          <a:p>
            <a:pPr lvl="2"/>
            <a:r>
              <a:rPr kumimoji="1" lang="ja-JP" altLang="en-US" dirty="0"/>
              <a:t>各ブロックで平均を引く</a:t>
            </a:r>
            <a:endParaRPr kumimoji="1" lang="en-US" altLang="ja-JP" dirty="0"/>
          </a:p>
          <a:p>
            <a:pPr lvl="2"/>
            <a:endParaRPr lang="en-US" altLang="ja-JP" dirty="0"/>
          </a:p>
          <a:p>
            <a:pPr lvl="1"/>
            <a:r>
              <a:rPr kumimoji="1" lang="ja-JP" altLang="en-US" dirty="0"/>
              <a:t>ステップ４</a:t>
            </a:r>
            <a:endParaRPr kumimoji="1" lang="en-US" altLang="ja-JP" dirty="0"/>
          </a:p>
          <a:p>
            <a:pPr lvl="2"/>
            <a:r>
              <a:rPr lang="ja-JP" altLang="en-US" dirty="0"/>
              <a:t>中心化系列の累積和を作る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kumimoji="1" lang="ja-JP" altLang="en-US" dirty="0"/>
              <a:t>ステップ５</a:t>
            </a:r>
            <a:endParaRPr lang="en-US" altLang="ja-JP" dirty="0"/>
          </a:p>
          <a:p>
            <a:pPr lvl="2"/>
            <a:r>
              <a:rPr kumimoji="1" lang="en-US" altLang="ja-JP" dirty="0"/>
              <a:t>Range R</a:t>
            </a:r>
            <a:r>
              <a:rPr lang="ja-JP" altLang="en-US" dirty="0"/>
              <a:t>を計算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0D15EA-6BAF-0426-D87D-7EC3E9B9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8" name="図 7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AC9419B0-F9B1-E2BE-02D9-0CF9DA29A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57" y="1963258"/>
            <a:ext cx="3600385" cy="2273211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25AF0C8-0049-4E1F-5476-38A3415F4059}"/>
              </a:ext>
            </a:extLst>
          </p:cNvPr>
          <p:cNvGrpSpPr/>
          <p:nvPr/>
        </p:nvGrpSpPr>
        <p:grpSpPr>
          <a:xfrm>
            <a:off x="7925748" y="4305128"/>
            <a:ext cx="3600384" cy="2286823"/>
            <a:chOff x="7925748" y="4305128"/>
            <a:chExt cx="3600384" cy="2286823"/>
          </a:xfrm>
        </p:grpSpPr>
        <p:pic>
          <p:nvPicPr>
            <p:cNvPr id="12" name="図 11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6748D174-6EA4-96E3-DA8B-7772DB2BC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5748" y="4305128"/>
              <a:ext cx="3600384" cy="2286823"/>
            </a:xfrm>
            <a:prstGeom prst="rect">
              <a:avLst/>
            </a:prstGeom>
          </p:spPr>
        </p:pic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A014BC1D-8F92-2045-1F4D-8E079D6C5EDB}"/>
                </a:ext>
              </a:extLst>
            </p:cNvPr>
            <p:cNvCxnSpPr/>
            <p:nvPr/>
          </p:nvCxnSpPr>
          <p:spPr>
            <a:xfrm>
              <a:off x="9760226" y="4549685"/>
              <a:ext cx="58640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B430D8E6-AEC8-8759-1AB1-A83F23C56D23}"/>
                </a:ext>
              </a:extLst>
            </p:cNvPr>
            <p:cNvCxnSpPr>
              <a:cxnSpLocks/>
            </p:cNvCxnSpPr>
            <p:nvPr/>
          </p:nvCxnSpPr>
          <p:spPr>
            <a:xfrm>
              <a:off x="8793820" y="6225945"/>
              <a:ext cx="1552815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8DB98F09-0D7D-525A-F6C7-251A226980E5}"/>
                </a:ext>
              </a:extLst>
            </p:cNvPr>
            <p:cNvCxnSpPr/>
            <p:nvPr/>
          </p:nvCxnSpPr>
          <p:spPr>
            <a:xfrm>
              <a:off x="10028583" y="4559624"/>
              <a:ext cx="0" cy="1666321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4" name="図 23">
            <a:extLst>
              <a:ext uri="{FF2B5EF4-FFF2-40B4-BE49-F238E27FC236}">
                <a16:creationId xmlns:a16="http://schemas.microsoft.com/office/drawing/2014/main" id="{B0E8AAC9-6B2A-D5AE-F708-485B46095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619" y="3483430"/>
            <a:ext cx="3851172" cy="482869"/>
          </a:xfrm>
          <a:prstGeom prst="rect">
            <a:avLst/>
          </a:prstGeom>
        </p:spPr>
      </p:pic>
      <p:pic>
        <p:nvPicPr>
          <p:cNvPr id="26" name="図 25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353C8565-4C59-CD02-3B85-82C39DD81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253" y="4305128"/>
            <a:ext cx="2886749" cy="803637"/>
          </a:xfrm>
          <a:prstGeom prst="rect">
            <a:avLst/>
          </a:prstGeom>
        </p:spPr>
      </p:pic>
      <p:pic>
        <p:nvPicPr>
          <p:cNvPr id="28" name="図 2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045BC54-DDD1-0E18-C489-46370368A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29" y="5458418"/>
            <a:ext cx="3979746" cy="756712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88E0D25-6580-6C17-EFBA-C8E015CC1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497" y="2937529"/>
            <a:ext cx="2157006" cy="43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642605-FDC0-204C-7141-0482974C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R/S</a:t>
            </a:r>
            <a:r>
              <a:rPr lang="ja-JP" altLang="en-US" dirty="0"/>
              <a:t>解析（２）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14E35-9957-3571-5D15-E50339E9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計算ステップ（続き）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ステップ５</a:t>
            </a:r>
            <a:endParaRPr kumimoji="1" lang="en-US" altLang="ja-JP" dirty="0"/>
          </a:p>
          <a:p>
            <a:pPr lvl="2"/>
            <a:r>
              <a:rPr lang="ja-JP" altLang="en-US" dirty="0"/>
              <a:t>標準偏差を計算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lang="ja-JP" altLang="en-US" dirty="0"/>
              <a:t>ステップ６</a:t>
            </a:r>
            <a:endParaRPr lang="en-US" altLang="ja-JP" dirty="0"/>
          </a:p>
          <a:p>
            <a:pPr lvl="2"/>
            <a:r>
              <a:rPr kumimoji="1" lang="en-US" altLang="ja-JP" dirty="0"/>
              <a:t>R</a:t>
            </a:r>
            <a:r>
              <a:rPr lang="en-US" altLang="ja-JP" dirty="0"/>
              <a:t>escaled Range R/S</a:t>
            </a:r>
            <a:r>
              <a:rPr lang="ja-JP" altLang="en-US" dirty="0"/>
              <a:t>を計算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lang="ja-JP" altLang="en-US" dirty="0"/>
              <a:t>ステップ７</a:t>
            </a:r>
            <a:endParaRPr lang="en-US" altLang="ja-JP" dirty="0"/>
          </a:p>
          <a:p>
            <a:pPr lvl="2"/>
            <a:r>
              <a:rPr kumimoji="1" lang="ja-JP" altLang="en-US" dirty="0"/>
              <a:t>全ブロックで</a:t>
            </a:r>
            <a:r>
              <a:rPr kumimoji="1" lang="en-US" altLang="ja-JP" dirty="0"/>
              <a:t>R/S</a:t>
            </a:r>
            <a:r>
              <a:rPr kumimoji="1" lang="ja-JP" altLang="en-US" dirty="0"/>
              <a:t>の平均をとる</a:t>
            </a:r>
            <a:endParaRPr kumimoji="1"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kumimoji="1" lang="ja-JP" altLang="en-US" dirty="0"/>
              <a:t>スケールを変えてステップ１から７を繰り返す</a:t>
            </a:r>
            <a:endParaRPr kumimoji="1" lang="en-US" altLang="ja-JP" dirty="0"/>
          </a:p>
          <a:p>
            <a:pPr lvl="1"/>
            <a:r>
              <a:rPr lang="ja-JP" altLang="en-US" dirty="0"/>
              <a:t>スケーリング則を見る（</a:t>
            </a:r>
            <a:r>
              <a:rPr lang="en-US" altLang="ja-JP" dirty="0"/>
              <a:t>R/S</a:t>
            </a:r>
            <a:r>
              <a:rPr lang="ja-JP" altLang="en-US" dirty="0"/>
              <a:t>と</a:t>
            </a:r>
            <a:r>
              <a:rPr lang="en-US" altLang="ja-JP" dirty="0"/>
              <a:t>n</a:t>
            </a:r>
            <a:r>
              <a:rPr lang="ja-JP" altLang="en-US" dirty="0"/>
              <a:t>を</a:t>
            </a:r>
            <a:r>
              <a:rPr lang="en-US" altLang="ja-JP" dirty="0"/>
              <a:t>log-log</a:t>
            </a:r>
            <a:r>
              <a:rPr lang="ja-JP" altLang="en-US" dirty="0"/>
              <a:t>プロットして傾きを計算）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F1426C-D90D-2AEF-3DA4-5515C2CE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ADC08E0-AEA3-7029-F7C3-9DDD08F4C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806" y="1360372"/>
            <a:ext cx="4124902" cy="3015685"/>
          </a:xfrm>
          <a:prstGeom prst="rect">
            <a:avLst/>
          </a:prstGeom>
        </p:spPr>
      </p:pic>
      <p:pic>
        <p:nvPicPr>
          <p:cNvPr id="12" name="図 1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BC1D7C3-845F-299B-E68D-F7BA0E088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395" y="2476206"/>
            <a:ext cx="1954834" cy="815385"/>
          </a:xfrm>
          <a:prstGeom prst="rect">
            <a:avLst/>
          </a:prstGeom>
        </p:spPr>
      </p:pic>
      <p:pic>
        <p:nvPicPr>
          <p:cNvPr id="15" name="図 1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F9846D7-EDB2-6A79-9222-667C29BA8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475" y="1457657"/>
            <a:ext cx="4153667" cy="815385"/>
          </a:xfrm>
          <a:prstGeom prst="rect">
            <a:avLst/>
          </a:prstGeom>
        </p:spPr>
      </p:pic>
      <p:pic>
        <p:nvPicPr>
          <p:cNvPr id="17" name="図 16" descr="文字が書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71D052EA-C644-7500-FBF8-21938A7B5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468" y="3414134"/>
            <a:ext cx="2947338" cy="905253"/>
          </a:xfrm>
          <a:prstGeom prst="rect">
            <a:avLst/>
          </a:prstGeom>
        </p:spPr>
      </p:pic>
      <p:pic>
        <p:nvPicPr>
          <p:cNvPr id="19" name="図 1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7D05746-A178-53AA-45ED-0900BEDF2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1210" y="5147150"/>
            <a:ext cx="2092515" cy="95584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C070E08-3D52-5399-9070-6DDCE19B0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4042" y="4604438"/>
            <a:ext cx="3378448" cy="4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4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CE14C-8AAC-A167-E711-136E1F95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DFA</a:t>
            </a:r>
            <a:r>
              <a:rPr kumimoji="1" lang="ja-JP" altLang="en-US" dirty="0"/>
              <a:t>（</a:t>
            </a:r>
            <a:r>
              <a:rPr kumimoji="1" lang="en-US" altLang="ja-JP" dirty="0"/>
              <a:t>Detrended Fluctuation Analysis</a:t>
            </a:r>
            <a:r>
              <a:rPr kumimoji="1" lang="ja-JP" altLang="en-US" dirty="0"/>
              <a:t>）（１）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DEA6B1-62F1-93FA-10D1-BEF5F1873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944398"/>
            <a:ext cx="11520054" cy="533808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DFA</a:t>
            </a:r>
            <a:r>
              <a:rPr kumimoji="1" lang="ja-JP" altLang="en-US" dirty="0"/>
              <a:t>は何をしているか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R/S</a:t>
            </a:r>
            <a:r>
              <a:rPr kumimoji="1" lang="ja-JP" altLang="en-US" dirty="0"/>
              <a:t>解析の「トレンドに弱い」という欠点を補うために、各スケールごとにトレンドを明示的に除去してから揺らぎのスケーリングを見る手法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計算ステップ</a:t>
            </a:r>
            <a:endParaRPr lang="en-US" altLang="ja-JP" dirty="0"/>
          </a:p>
          <a:p>
            <a:pPr lvl="1"/>
            <a:r>
              <a:rPr lang="ja-JP" altLang="en-US" dirty="0"/>
              <a:t>ステップ１</a:t>
            </a:r>
            <a:endParaRPr lang="en-US" altLang="ja-JP" dirty="0"/>
          </a:p>
          <a:p>
            <a:pPr lvl="2"/>
            <a:r>
              <a:rPr lang="en-US" altLang="ja-JP" dirty="0"/>
              <a:t>R/S</a:t>
            </a:r>
            <a:r>
              <a:rPr lang="ja-JP" altLang="en-US" dirty="0"/>
              <a:t>の場合はブロックごとに平均を引いたが、</a:t>
            </a:r>
            <a:r>
              <a:rPr lang="en-US" altLang="ja-JP" dirty="0"/>
              <a:t>DFA</a:t>
            </a:r>
            <a:r>
              <a:rPr lang="ja-JP" altLang="en-US" dirty="0"/>
              <a:t>では全体で行う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1"/>
            <a:r>
              <a:rPr lang="ja-JP" altLang="en-US" dirty="0"/>
              <a:t>ステップ２</a:t>
            </a:r>
            <a:endParaRPr lang="en-US" altLang="ja-JP" dirty="0"/>
          </a:p>
          <a:p>
            <a:pPr lvl="2"/>
            <a:r>
              <a:rPr lang="ja-JP" altLang="en-US" dirty="0"/>
              <a:t>累積和を作成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DCA824-256E-C451-F943-0B951C03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3899AAC-DF51-9DD5-890F-9D90F4620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97" y="3316332"/>
            <a:ext cx="3492529" cy="851536"/>
          </a:xfrm>
          <a:prstGeom prst="rect">
            <a:avLst/>
          </a:prstGeom>
        </p:spPr>
      </p:pic>
      <p:pic>
        <p:nvPicPr>
          <p:cNvPr id="10" name="図 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BD26680-E8A7-CD7C-2AFA-ED95A707A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690" y="5026015"/>
            <a:ext cx="3258741" cy="859945"/>
          </a:xfrm>
          <a:prstGeom prst="rect">
            <a:avLst/>
          </a:prstGeom>
        </p:spPr>
      </p:pic>
      <p:pic>
        <p:nvPicPr>
          <p:cNvPr id="12" name="図 11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7095363D-42EF-9F26-4A6A-D8403D6C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493" y="3161805"/>
            <a:ext cx="4813593" cy="33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9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6AB3BB-143E-706F-E7ED-912C95C4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DFA</a:t>
            </a:r>
            <a:r>
              <a:rPr lang="ja-JP" altLang="en-US" dirty="0"/>
              <a:t>（</a:t>
            </a:r>
            <a:r>
              <a:rPr lang="en-US" altLang="ja-JP" dirty="0"/>
              <a:t>Detrended Fluctuation Analysis</a:t>
            </a:r>
            <a:r>
              <a:rPr lang="ja-JP" altLang="en-US" dirty="0"/>
              <a:t>）（２）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30AD8-727F-ECEB-876D-BC6DE60E6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計算ステップ（続き）</a:t>
            </a:r>
            <a:endParaRPr lang="en-US" altLang="ja-JP" dirty="0"/>
          </a:p>
          <a:p>
            <a:pPr lvl="1"/>
            <a:r>
              <a:rPr lang="ja-JP" altLang="en-US" dirty="0"/>
              <a:t>ステップ３</a:t>
            </a:r>
            <a:endParaRPr lang="en-US" altLang="ja-JP" dirty="0"/>
          </a:p>
          <a:p>
            <a:pPr lvl="2"/>
            <a:r>
              <a:rPr lang="ja-JP" altLang="en-US" dirty="0"/>
              <a:t>スケール（窓長）</a:t>
            </a:r>
            <a:r>
              <a:rPr lang="en-US" altLang="ja-JP" dirty="0"/>
              <a:t>s </a:t>
            </a:r>
            <a:r>
              <a:rPr lang="ja-JP" altLang="en-US" dirty="0"/>
              <a:t>を選ぶ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ステップ４</a:t>
            </a:r>
            <a:endParaRPr lang="en-US" altLang="ja-JP" dirty="0"/>
          </a:p>
          <a:p>
            <a:pPr lvl="2"/>
            <a:r>
              <a:rPr lang="ja-JP" altLang="en-US" dirty="0"/>
              <a:t>長さ</a:t>
            </a:r>
            <a:r>
              <a:rPr lang="en-US" altLang="ja-JP" dirty="0"/>
              <a:t>s</a:t>
            </a:r>
            <a:r>
              <a:rPr lang="ja-JP" altLang="en-US" dirty="0"/>
              <a:t>の区間に分割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ステップ５</a:t>
            </a:r>
            <a:endParaRPr lang="en-US" altLang="ja-JP" dirty="0"/>
          </a:p>
          <a:p>
            <a:pPr lvl="2"/>
            <a:r>
              <a:rPr lang="ja-JP" altLang="en-US" dirty="0"/>
              <a:t>各区間でトレンドをフィット（デトレンド）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60D6A-843A-1320-38F2-1F18AC2D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F50C33D-AB40-1648-459A-30FB3C10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76" y="1566837"/>
            <a:ext cx="2115023" cy="51233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FBE09B-E94E-8217-991E-D5F5EEB3583A}"/>
              </a:ext>
            </a:extLst>
          </p:cNvPr>
          <p:cNvSpPr txBox="1"/>
          <p:nvPr/>
        </p:nvSpPr>
        <p:spPr>
          <a:xfrm>
            <a:off x="7204032" y="1662760"/>
            <a:ext cx="330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例：</a:t>
            </a:r>
            <a:r>
              <a:rPr kumimoji="1" lang="en-US" altLang="ja-JP" dirty="0"/>
              <a:t>10, 20, 50, 100, …</a:t>
            </a:r>
            <a:endParaRPr kumimoji="1" lang="ja-JP" altLang="en-US" dirty="0"/>
          </a:p>
        </p:txBody>
      </p:sp>
      <p:pic>
        <p:nvPicPr>
          <p:cNvPr id="11" name="図 10" descr="グラフィカル ユーザー インターフェイス, Word&#10;&#10;AI 生成コンテンツは誤りを含む可能性があります。">
            <a:extLst>
              <a:ext uri="{FF2B5EF4-FFF2-40B4-BE49-F238E27FC236}">
                <a16:creationId xmlns:a16="http://schemas.microsoft.com/office/drawing/2014/main" id="{57B15DDE-6B50-AD69-B9E8-5357A480D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669" y="2565354"/>
            <a:ext cx="1298193" cy="85344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78119E4-E503-4B93-53EC-274DFF13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701" y="4411549"/>
            <a:ext cx="2233667" cy="650308"/>
          </a:xfrm>
          <a:prstGeom prst="rect">
            <a:avLst/>
          </a:prstGeom>
        </p:spPr>
      </p:pic>
      <p:pic>
        <p:nvPicPr>
          <p:cNvPr id="15" name="図 14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07FD787-7890-2CF3-470F-9CDC92905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376" y="5350260"/>
            <a:ext cx="2350096" cy="95122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44D0C5B-5FE0-9B5E-3CD7-5649691781A7}"/>
              </a:ext>
            </a:extLst>
          </p:cNvPr>
          <p:cNvSpPr txBox="1"/>
          <p:nvPr/>
        </p:nvSpPr>
        <p:spPr>
          <a:xfrm>
            <a:off x="2283689" y="4552037"/>
            <a:ext cx="185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１次の場合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6CA5998-0852-5BA4-99DD-262D0D9E9C1B}"/>
              </a:ext>
            </a:extLst>
          </p:cNvPr>
          <p:cNvSpPr txBox="1"/>
          <p:nvPr/>
        </p:nvSpPr>
        <p:spPr>
          <a:xfrm>
            <a:off x="2283689" y="5641208"/>
            <a:ext cx="185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m</a:t>
            </a:r>
            <a:r>
              <a:rPr lang="ja-JP" altLang="en-US" dirty="0"/>
              <a:t>次の場合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1EDB02-5AE7-896C-1C6C-B5EE96D87D15}"/>
              </a:ext>
            </a:extLst>
          </p:cNvPr>
          <p:cNvSpPr txBox="1"/>
          <p:nvPr/>
        </p:nvSpPr>
        <p:spPr>
          <a:xfrm>
            <a:off x="7204032" y="5621062"/>
            <a:ext cx="185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（</a:t>
            </a:r>
            <a:r>
              <a:rPr lang="en-US" altLang="ja-JP" dirty="0"/>
              <a:t>m</a:t>
            </a:r>
            <a:r>
              <a:rPr lang="ja-JP" altLang="en-US" dirty="0"/>
              <a:t>次多項式）</a:t>
            </a:r>
            <a:endParaRPr kumimoji="1" lang="ja-JP" altLang="en-US" dirty="0"/>
          </a:p>
        </p:txBody>
      </p:sp>
      <p:pic>
        <p:nvPicPr>
          <p:cNvPr id="22" name="図 21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CFF788D-99DC-B85C-E7BB-4FC6C87C2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512" y="2286646"/>
            <a:ext cx="4345233" cy="30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5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D5C15-A57E-D0B4-B2FC-59754835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DFA</a:t>
            </a:r>
            <a:r>
              <a:rPr lang="ja-JP" altLang="en-US" dirty="0"/>
              <a:t>（</a:t>
            </a:r>
            <a:r>
              <a:rPr lang="en-US" altLang="ja-JP" dirty="0"/>
              <a:t>Detrended Fluctuation Analysis</a:t>
            </a:r>
            <a:r>
              <a:rPr lang="ja-JP" altLang="en-US" dirty="0"/>
              <a:t>）（３）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295FF6-595E-0ACA-71B9-F717979D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計算ステップ（続き）</a:t>
            </a:r>
            <a:endParaRPr lang="en-US" altLang="ja-JP" dirty="0"/>
          </a:p>
          <a:p>
            <a:pPr lvl="1"/>
            <a:r>
              <a:rPr lang="ja-JP" altLang="en-US" dirty="0"/>
              <a:t>ステップ６</a:t>
            </a:r>
            <a:endParaRPr lang="en-US" altLang="ja-JP" dirty="0"/>
          </a:p>
          <a:p>
            <a:pPr lvl="2"/>
            <a:r>
              <a:rPr lang="ja-JP" altLang="en-US" dirty="0"/>
              <a:t>トレンドを差し引いた残差を計算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ステップ７</a:t>
            </a:r>
            <a:endParaRPr lang="en-US" altLang="ja-JP" dirty="0"/>
          </a:p>
          <a:p>
            <a:pPr lvl="2"/>
            <a:r>
              <a:rPr lang="ja-JP" altLang="en-US" dirty="0"/>
              <a:t>区間ごとの揺らぎ（平均二乗誤差）を計算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1"/>
            <a:r>
              <a:rPr lang="ja-JP" altLang="en-US" dirty="0"/>
              <a:t>ステップ８</a:t>
            </a:r>
            <a:endParaRPr lang="en-US" altLang="ja-JP" dirty="0"/>
          </a:p>
          <a:p>
            <a:pPr lvl="2"/>
            <a:r>
              <a:rPr lang="ja-JP" altLang="en-US" dirty="0"/>
              <a:t>全期間で平均して、スケール</a:t>
            </a:r>
            <a:r>
              <a:rPr lang="en-US" altLang="ja-JP" dirty="0"/>
              <a:t>s</a:t>
            </a:r>
            <a:r>
              <a:rPr lang="ja-JP" altLang="en-US" dirty="0"/>
              <a:t>の揺らぎ</a:t>
            </a:r>
            <a:r>
              <a:rPr lang="en-US" altLang="ja-JP" dirty="0"/>
              <a:t>F(s)</a:t>
            </a:r>
            <a:r>
              <a:rPr lang="ja-JP" altLang="en-US" dirty="0"/>
              <a:t>を計算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DB0F5B-883A-C2A9-6E16-56EBA232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11</a:t>
            </a:fld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453CED0-E3FB-B5E3-7AC3-02A1D212A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870" y="2111796"/>
            <a:ext cx="2826276" cy="649097"/>
          </a:xfrm>
          <a:prstGeom prst="rect">
            <a:avLst/>
          </a:prstGeom>
        </p:spPr>
      </p:pic>
      <p:pic>
        <p:nvPicPr>
          <p:cNvPr id="10" name="図 9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D1CEB42-E94D-2589-53BD-FF7DFB82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812" y="3599717"/>
            <a:ext cx="2917132" cy="994782"/>
          </a:xfrm>
          <a:prstGeom prst="rect">
            <a:avLst/>
          </a:prstGeom>
        </p:spPr>
      </p:pic>
      <p:pic>
        <p:nvPicPr>
          <p:cNvPr id="12" name="図 11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2DC4676-ABF7-6B35-C8FB-CB249B1AC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85" y="577273"/>
            <a:ext cx="4350978" cy="3107841"/>
          </a:xfrm>
          <a:prstGeom prst="rect">
            <a:avLst/>
          </a:prstGeom>
        </p:spPr>
      </p:pic>
      <p:pic>
        <p:nvPicPr>
          <p:cNvPr id="14" name="図 13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A420F885-CCA9-2C9A-F537-23C49F3FE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677" y="5279955"/>
            <a:ext cx="2982527" cy="113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8C3D1C-BB8A-CA6A-5605-C9D55E0D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DFA</a:t>
            </a:r>
            <a:r>
              <a:rPr lang="ja-JP" altLang="en-US" dirty="0"/>
              <a:t>（</a:t>
            </a:r>
            <a:r>
              <a:rPr lang="en-US" altLang="ja-JP" dirty="0"/>
              <a:t>Detrended Fluctuation Analysis</a:t>
            </a:r>
            <a:r>
              <a:rPr lang="ja-JP" altLang="en-US" dirty="0"/>
              <a:t>）（４）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F7E5E-EC34-6FB7-02E5-FF8772C92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計算ステップ（続き）</a:t>
            </a:r>
            <a:endParaRPr lang="en-US" altLang="ja-JP" dirty="0"/>
          </a:p>
          <a:p>
            <a:pPr lvl="1"/>
            <a:r>
              <a:rPr lang="ja-JP" altLang="en-US" dirty="0"/>
              <a:t>ステップ９</a:t>
            </a:r>
            <a:endParaRPr lang="en-US" altLang="ja-JP" dirty="0"/>
          </a:p>
          <a:p>
            <a:pPr lvl="2"/>
            <a:r>
              <a:rPr lang="ja-JP" altLang="en-US" dirty="0"/>
              <a:t>複数スケールで繰り返してスケーリング則を推定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r>
              <a:rPr lang="ja-JP" altLang="en-US" dirty="0"/>
              <a:t>両辺対数をとって傾きを求める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3FFD35-DE3E-DC23-3B6E-1533497A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C485340-F31D-FB53-7194-307758542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301" y="2058052"/>
            <a:ext cx="1647847" cy="619833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ED007BF-E008-2AD3-2450-05D53EE6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862" y="1962786"/>
            <a:ext cx="5891020" cy="431794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FC9EAC8-E16C-7570-FA6D-2EB546845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303" y="3390759"/>
            <a:ext cx="2870070" cy="52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02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B499C-5F1E-1895-80CC-E139CB6D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R/S</a:t>
            </a:r>
            <a:r>
              <a:rPr kumimoji="1" lang="ja-JP" altLang="en-US" dirty="0"/>
              <a:t>解析での</a:t>
            </a:r>
            <a:r>
              <a:rPr kumimoji="1" lang="en-US" altLang="ja-JP" dirty="0"/>
              <a:t>H</a:t>
            </a:r>
            <a:r>
              <a:rPr kumimoji="1" lang="ja-JP" altLang="en-US" dirty="0"/>
              <a:t>の推定値（ランダムウォーク）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57DFA3-4B8B-7BD6-128E-F359BAE7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6" name="図 5" descr="グラフ, ヒストグラム, 箱ひげ図&#10;&#10;AI 生成コンテンツは誤りを含む可能性があります。">
            <a:extLst>
              <a:ext uri="{FF2B5EF4-FFF2-40B4-BE49-F238E27FC236}">
                <a16:creationId xmlns:a16="http://schemas.microsoft.com/office/drawing/2014/main" id="{133D9BA8-A29E-8B6F-0AD5-6D02810CE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20" y="1277024"/>
            <a:ext cx="10533168" cy="5156864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92D3E6B-0106-D0EE-B227-E2B438C2E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838088"/>
            <a:ext cx="11520054" cy="365125"/>
          </a:xfrm>
        </p:spPr>
        <p:txBody>
          <a:bodyPr>
            <a:normAutofit/>
          </a:bodyPr>
          <a:lstStyle/>
          <a:p>
            <a:r>
              <a:rPr lang="ja-JP" altLang="en-US" dirty="0"/>
              <a:t>系列長を変えて比較。（乱数を変えてそれぞれ</a:t>
            </a:r>
            <a:r>
              <a:rPr lang="en-US" altLang="ja-JP" dirty="0"/>
              <a:t>200</a:t>
            </a:r>
            <a:r>
              <a:rPr lang="ja-JP" altLang="en-US" dirty="0"/>
              <a:t>回実施）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7271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C43D2-B5B9-FDFB-179D-6BB9C99F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DFA</a:t>
            </a:r>
            <a:r>
              <a:rPr lang="ja-JP" altLang="en-US" dirty="0"/>
              <a:t>での</a:t>
            </a:r>
            <a:r>
              <a:rPr lang="en-US" altLang="ja-JP" dirty="0"/>
              <a:t>H</a:t>
            </a:r>
            <a:r>
              <a:rPr lang="ja-JP" altLang="en-US" dirty="0"/>
              <a:t>の推定値（ランダムウォーク）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1CB4E6-C664-43D7-CACB-C1784BB4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6" name="図 5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30FA28C8-73C2-B461-078E-B0AA6B4AD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11" y="1157316"/>
            <a:ext cx="10725198" cy="5374632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1E718EC2-5E92-2F4B-C8E4-24592329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838088"/>
            <a:ext cx="11520054" cy="365125"/>
          </a:xfrm>
        </p:spPr>
        <p:txBody>
          <a:bodyPr>
            <a:normAutofit/>
          </a:bodyPr>
          <a:lstStyle/>
          <a:p>
            <a:r>
              <a:rPr lang="ja-JP" altLang="en-US" dirty="0"/>
              <a:t>系列長を変えて比較。（乱数を変えてそれぞれ</a:t>
            </a:r>
            <a:r>
              <a:rPr lang="en-US" altLang="ja-JP" dirty="0"/>
              <a:t>200</a:t>
            </a:r>
            <a:r>
              <a:rPr lang="ja-JP" altLang="en-US" dirty="0"/>
              <a:t>回実施）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7583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52F33-4713-0135-0A39-B36E366A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R/S</a:t>
            </a:r>
            <a:r>
              <a:rPr kumimoji="1" lang="ja-JP" altLang="en-US" dirty="0"/>
              <a:t>と</a:t>
            </a:r>
            <a:r>
              <a:rPr kumimoji="1" lang="en-US" altLang="ja-JP" dirty="0"/>
              <a:t>DFA</a:t>
            </a:r>
            <a:r>
              <a:rPr kumimoji="1" lang="ja-JP" altLang="en-US" dirty="0"/>
              <a:t>の比較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88EF10-EE7F-070A-3D39-ECBA50DE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F790AA1-0BCF-F755-DC7D-A31F81E2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35" y="1011997"/>
            <a:ext cx="4976422" cy="3007862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FE31CB1-0432-B82F-451A-26154FCC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198" y="944744"/>
            <a:ext cx="4885826" cy="2893776"/>
          </a:xfrm>
          <a:prstGeom prst="rect">
            <a:avLst/>
          </a:prstGeom>
        </p:spPr>
      </p:pic>
      <p:pic>
        <p:nvPicPr>
          <p:cNvPr id="10" name="図 9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C80F189-85E7-A572-4B76-8D27E6A7F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689" y="3959426"/>
            <a:ext cx="4885826" cy="283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07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B52D3-9976-87E4-D2A5-FF0846D8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ドル円のハースト指数の計測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82F09-B2FE-589A-DAE0-C327F76D3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11520054" cy="597215"/>
          </a:xfrm>
        </p:spPr>
        <p:txBody>
          <a:bodyPr/>
          <a:lstStyle/>
          <a:p>
            <a:r>
              <a:rPr kumimoji="1" lang="en-US" altLang="ja-JP" dirty="0"/>
              <a:t>2015/1/1</a:t>
            </a:r>
            <a:r>
              <a:rPr kumimoji="1" lang="ja-JP" altLang="en-US" dirty="0"/>
              <a:t>～直近までの</a:t>
            </a:r>
            <a:r>
              <a:rPr kumimoji="1" lang="en-US" altLang="ja-JP" dirty="0"/>
              <a:t>2,857</a:t>
            </a:r>
            <a:r>
              <a:rPr lang="ja-JP" altLang="en-US" dirty="0"/>
              <a:t>日のドル円データを用いてハースト指数を推定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7C08D7-7E0D-2248-3052-2D63147F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EE9AFBB-3D35-1BD4-3A5B-9FEA11E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" y="2190520"/>
            <a:ext cx="5753886" cy="4124536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099C1F4-9FB3-2F38-E88F-AFB46097B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516" y="2096017"/>
            <a:ext cx="5634272" cy="41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24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26166-EB25-0CEF-66FF-3F19E761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35" y="143489"/>
            <a:ext cx="11520055" cy="643541"/>
          </a:xfrm>
        </p:spPr>
        <p:txBody>
          <a:bodyPr/>
          <a:lstStyle/>
          <a:p>
            <a:r>
              <a:rPr lang="ja-JP" altLang="en-US" dirty="0"/>
              <a:t>各セグメント分散の例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84570D-AB1F-4612-4E7D-949363D3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C51DF76C-D380-B4DE-4744-205F28BA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9" y="1179029"/>
            <a:ext cx="5837998" cy="2533821"/>
          </a:xfrm>
          <a:prstGeom prst="rect">
            <a:avLst/>
          </a:prstGeom>
        </p:spPr>
      </p:pic>
      <p:pic>
        <p:nvPicPr>
          <p:cNvPr id="8" name="図 7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B84A33D-5AD0-0308-BB39-54686EF62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02" y="4077658"/>
            <a:ext cx="5616605" cy="2419732"/>
          </a:xfrm>
          <a:prstGeom prst="rect">
            <a:avLst/>
          </a:prstGeom>
        </p:spPr>
      </p:pic>
      <p:pic>
        <p:nvPicPr>
          <p:cNvPr id="10" name="図 9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5639A69-24A1-41EB-A768-B3B8A74FD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507" y="1171474"/>
            <a:ext cx="5824983" cy="2533821"/>
          </a:xfrm>
          <a:prstGeom prst="rect">
            <a:avLst/>
          </a:prstGeom>
        </p:spPr>
      </p:pic>
      <p:pic>
        <p:nvPicPr>
          <p:cNvPr id="12" name="図 11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F775583-AF49-B5BC-36C3-C648BDB6F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862" y="4104849"/>
            <a:ext cx="5712544" cy="236535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3218452-4E04-D053-18F6-447DCA1F7F1C}"/>
              </a:ext>
            </a:extLst>
          </p:cNvPr>
          <p:cNvSpPr txBox="1"/>
          <p:nvPr/>
        </p:nvSpPr>
        <p:spPr>
          <a:xfrm>
            <a:off x="8665745" y="3720406"/>
            <a:ext cx="108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S=87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CA0F5D0-A5DF-E808-55F6-AA9268B863EB}"/>
              </a:ext>
            </a:extLst>
          </p:cNvPr>
          <p:cNvSpPr txBox="1"/>
          <p:nvPr/>
        </p:nvSpPr>
        <p:spPr>
          <a:xfrm>
            <a:off x="2677885" y="3763687"/>
            <a:ext cx="125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S=96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D5D07F-3852-CBB3-30F5-37DC1A71CA2D}"/>
              </a:ext>
            </a:extLst>
          </p:cNvPr>
          <p:cNvSpPr txBox="1"/>
          <p:nvPr/>
        </p:nvSpPr>
        <p:spPr>
          <a:xfrm>
            <a:off x="1894114" y="877227"/>
            <a:ext cx="257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ランダムウォーク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8E55BA-F864-831D-5D09-BBA2E9D8D18A}"/>
              </a:ext>
            </a:extLst>
          </p:cNvPr>
          <p:cNvSpPr txBox="1"/>
          <p:nvPr/>
        </p:nvSpPr>
        <p:spPr>
          <a:xfrm>
            <a:off x="7699333" y="834840"/>
            <a:ext cx="257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ドル円</a:t>
            </a:r>
          </a:p>
        </p:txBody>
      </p:sp>
    </p:spTree>
    <p:extLst>
      <p:ext uri="{BB962C8B-B14F-4D97-AF65-F5344CB8AC3E}">
        <p14:creationId xmlns:p14="http://schemas.microsoft.com/office/powerpoint/2010/main" val="170353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47F0C0-5A19-A5E2-84C2-E7DBA53E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マルチフラクタル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74589E-FA33-F23E-E245-DF7AEF8D6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  <a:p>
            <a:pPr lvl="1"/>
            <a:r>
              <a:rPr kumimoji="1" lang="ja-JP" altLang="en-US" dirty="0"/>
              <a:t>単一のハースト指数 </a:t>
            </a:r>
            <a:r>
              <a:rPr kumimoji="1" lang="en-US" altLang="ja-JP" dirty="0"/>
              <a:t>H </a:t>
            </a:r>
            <a:r>
              <a:rPr kumimoji="1" lang="ja-JP" altLang="en-US" dirty="0"/>
              <a:t>では、時系列の粗さを一様にしか表現できない</a:t>
            </a:r>
          </a:p>
          <a:p>
            <a:pPr lvl="1"/>
            <a:r>
              <a:rPr kumimoji="1" lang="ja-JP" altLang="en-US" dirty="0"/>
              <a:t>実際の金融時系列では、荒い部分と穏やかな部分が時間的に混在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定義（概念）</a:t>
            </a:r>
          </a:p>
          <a:p>
            <a:pPr lvl="1"/>
            <a:r>
              <a:rPr lang="ja-JP" altLang="en-US" dirty="0"/>
              <a:t>スケーリング</a:t>
            </a:r>
            <a:r>
              <a:rPr kumimoji="1" lang="ja-JP" altLang="en-US" dirty="0"/>
              <a:t>則が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つの指数では記述できない時系列</a:t>
            </a:r>
          </a:p>
          <a:p>
            <a:pPr lvl="1"/>
            <a:r>
              <a:rPr kumimoji="1" lang="ja-JP" altLang="en-US" dirty="0"/>
              <a:t>局所的なスケーリング指数が時間・変動サイズによって異なる構造</a:t>
            </a:r>
          </a:p>
          <a:p>
            <a:pPr lvl="1"/>
            <a:r>
              <a:rPr kumimoji="1" lang="ja-JP" altLang="en-US" dirty="0"/>
              <a:t>フラクタル次元が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つに定まらない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h(q)</a:t>
            </a:r>
            <a:r>
              <a:rPr kumimoji="1" lang="ja-JP" altLang="en-US" dirty="0"/>
              <a:t>が</a:t>
            </a:r>
            <a:r>
              <a:rPr lang="en-US" altLang="ja-JP" dirty="0"/>
              <a:t>q</a:t>
            </a:r>
            <a:r>
              <a:rPr lang="ja-JP" altLang="en-US" dirty="0"/>
              <a:t>に依存 ⇒ マルチフラクタル</a:t>
            </a:r>
            <a:endParaRPr lang="en-US" altLang="ja-JP" dirty="0"/>
          </a:p>
          <a:p>
            <a:pPr lvl="2"/>
            <a:r>
              <a:rPr lang="en-US" altLang="ja-JP" dirty="0"/>
              <a:t>h</a:t>
            </a:r>
            <a:r>
              <a:rPr kumimoji="1" lang="en-US" altLang="ja-JP" dirty="0"/>
              <a:t>(q)</a:t>
            </a:r>
            <a:r>
              <a:rPr kumimoji="1" lang="ja-JP" altLang="en-US" dirty="0"/>
              <a:t>が定数 ⇒ 単一フラクタル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976D9A3-6722-5BB8-2334-E76FCEEA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410" y="4642730"/>
            <a:ext cx="1608035" cy="549755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A81A42-3013-136F-1050-82E0C913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847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903810-D175-9CA7-C96E-8A2B1C0E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MF-DFA</a:t>
            </a:r>
            <a:r>
              <a:rPr kumimoji="1" lang="ja-JP" altLang="en-US" dirty="0"/>
              <a:t>（</a:t>
            </a:r>
            <a:r>
              <a:rPr kumimoji="1" lang="en-US" altLang="ja-JP" dirty="0"/>
              <a:t>Multifractal Detrended Fluctuation Analysis</a:t>
            </a:r>
            <a:r>
              <a:rPr kumimoji="1" lang="ja-JP" altLang="en-US" dirty="0"/>
              <a:t>）（１）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2F93CB-DDCB-2D9E-2261-7D736BEE5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11520054" cy="5429002"/>
          </a:xfrm>
        </p:spPr>
        <p:txBody>
          <a:bodyPr>
            <a:normAutofit/>
          </a:bodyPr>
          <a:lstStyle/>
          <a:p>
            <a:r>
              <a:rPr lang="ja-JP" altLang="en-US" dirty="0"/>
              <a:t>計算ステップ（区間ごとの揺らぎの計算までは</a:t>
            </a:r>
            <a:r>
              <a:rPr lang="en-US" altLang="ja-JP" dirty="0"/>
              <a:t>DFA</a:t>
            </a:r>
            <a:r>
              <a:rPr lang="ja-JP" altLang="en-US" dirty="0"/>
              <a:t>と同様のため省略 ）</a:t>
            </a:r>
            <a:endParaRPr lang="en-US" altLang="ja-JP" dirty="0"/>
          </a:p>
          <a:p>
            <a:pPr lvl="1"/>
            <a:r>
              <a:rPr lang="ja-JP" altLang="en-US" dirty="0"/>
              <a:t>ステップ１</a:t>
            </a:r>
            <a:endParaRPr lang="en-US" altLang="ja-JP" dirty="0"/>
          </a:p>
          <a:p>
            <a:pPr lvl="2"/>
            <a:r>
              <a:rPr lang="en-US" altLang="ja-JP" dirty="0"/>
              <a:t>q</a:t>
            </a:r>
            <a:r>
              <a:rPr lang="ja-JP" altLang="en-US" dirty="0"/>
              <a:t>次変動関数を定義する（モーメント次数</a:t>
            </a:r>
            <a:r>
              <a:rPr lang="en-US" altLang="ja-JP" dirty="0"/>
              <a:t>q</a:t>
            </a:r>
            <a:r>
              <a:rPr lang="ja-JP" altLang="en-US" dirty="0"/>
              <a:t>を導入して</a:t>
            </a:r>
            <a:r>
              <a:rPr lang="en-US" altLang="ja-JP" dirty="0"/>
              <a:t>q</a:t>
            </a:r>
            <a:r>
              <a:rPr lang="ja-JP" altLang="en-US" dirty="0"/>
              <a:t>で重みづけして集約）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ステップ２</a:t>
            </a:r>
            <a:endParaRPr lang="en-US" altLang="ja-JP" dirty="0"/>
          </a:p>
          <a:p>
            <a:pPr lvl="2"/>
            <a:r>
              <a:rPr lang="ja-JP" altLang="en-US" dirty="0"/>
              <a:t>スケーリング仮定と一般化ハースト指数</a:t>
            </a:r>
            <a:r>
              <a:rPr lang="en-US" altLang="ja-JP" dirty="0"/>
              <a:t>h(q)</a:t>
            </a:r>
            <a:r>
              <a:rPr lang="ja-JP" altLang="en-US" dirty="0"/>
              <a:t>の推定</a:t>
            </a:r>
            <a:endParaRPr lang="en-US" altLang="ja-JP" dirty="0"/>
          </a:p>
          <a:p>
            <a:pPr lvl="2"/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2"/>
            <a:r>
              <a:rPr lang="ja-JP" altLang="en-US" dirty="0"/>
              <a:t>両辺対数をとって傾きを求める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E6E546-9E89-3AB1-A6A9-EBFD1FDD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E8DEF20-824D-3DA2-608D-378FEFA8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56" y="2036249"/>
            <a:ext cx="3801314" cy="11314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05F31EE-FD1A-E1D7-1701-9EF286BC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918" y="2536682"/>
            <a:ext cx="1124107" cy="31436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DDA1644-B8EA-B90D-B492-B4A31C0BC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48" y="4834072"/>
            <a:ext cx="1768580" cy="67034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3A0E2B7-F0B7-DE42-5082-845CFE7E6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667" y="5818021"/>
            <a:ext cx="3523251" cy="545265"/>
          </a:xfrm>
          <a:prstGeom prst="rect">
            <a:avLst/>
          </a:prstGeom>
        </p:spPr>
      </p:pic>
      <p:pic>
        <p:nvPicPr>
          <p:cNvPr id="14" name="図 13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58BE8206-2B79-F49D-539A-07D3ACBCA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756" y="3150834"/>
            <a:ext cx="3566274" cy="100085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9805400-CFB6-07B2-3C64-09CBAB250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517" y="3460021"/>
            <a:ext cx="2848373" cy="333422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79869A5-0071-D2E9-3410-5693AACC9A47}"/>
              </a:ext>
            </a:extLst>
          </p:cNvPr>
          <p:cNvSpPr txBox="1"/>
          <p:nvPr/>
        </p:nvSpPr>
        <p:spPr>
          <a:xfrm>
            <a:off x="7408176" y="4079247"/>
            <a:ext cx="4219417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q</a:t>
            </a:r>
            <a:r>
              <a:rPr kumimoji="1" lang="en-US" altLang="ja-JP" dirty="0"/>
              <a:t>&gt;0 </a:t>
            </a:r>
            <a:r>
              <a:rPr kumimoji="1" lang="ja-JP" altLang="en-US" dirty="0"/>
              <a:t>⇒ 大きい</a:t>
            </a:r>
            <a:r>
              <a:rPr kumimoji="1" lang="en-US" altLang="ja-JP" dirty="0"/>
              <a:t>F</a:t>
            </a:r>
            <a:r>
              <a:rPr kumimoji="1" lang="en-US" altLang="ja-JP" baseline="30000" dirty="0"/>
              <a:t>2</a:t>
            </a:r>
            <a:r>
              <a:rPr kumimoji="1" lang="ja-JP" altLang="en-US" dirty="0"/>
              <a:t>を強く押し上げる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q</a:t>
            </a:r>
            <a:r>
              <a:rPr kumimoji="1" lang="en-US" altLang="ja-JP" dirty="0"/>
              <a:t>&lt;0 </a:t>
            </a:r>
            <a:r>
              <a:rPr kumimoji="1" lang="ja-JP" altLang="en-US" dirty="0"/>
              <a:t>⇒ 小さい</a:t>
            </a:r>
            <a:r>
              <a:rPr kumimoji="1" lang="en-US" altLang="ja-JP" dirty="0"/>
              <a:t>F</a:t>
            </a:r>
            <a:r>
              <a:rPr kumimoji="1" lang="en-US" altLang="ja-JP" baseline="30000" dirty="0"/>
              <a:t>2</a:t>
            </a:r>
            <a:r>
              <a:rPr kumimoji="1" lang="ja-JP" altLang="en-US" dirty="0"/>
              <a:t>が相対的に効く</a:t>
            </a:r>
          </a:p>
        </p:txBody>
      </p:sp>
    </p:spTree>
    <p:extLst>
      <p:ext uri="{BB962C8B-B14F-4D97-AF65-F5344CB8AC3E}">
        <p14:creationId xmlns:p14="http://schemas.microsoft.com/office/powerpoint/2010/main" val="135670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6B73E-7740-40BB-DD0A-E03F7C0D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MF-DFA</a:t>
            </a:r>
            <a:r>
              <a:rPr lang="ja-JP" altLang="en-US" dirty="0"/>
              <a:t>の結果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754C84-BAFB-E340-83C5-3816CF5D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6" name="図 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46E1F51-A7B4-11C0-641E-870B75BB7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37" y="1057548"/>
            <a:ext cx="5074395" cy="3010619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E91565CB-080D-0320-D799-7B9C0D7F9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13" y="1116732"/>
            <a:ext cx="4996709" cy="2892252"/>
          </a:xfrm>
          <a:prstGeom prst="rect">
            <a:avLst/>
          </a:prstGeom>
        </p:spPr>
      </p:pic>
      <p:pic>
        <p:nvPicPr>
          <p:cNvPr id="10" name="図 9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E07D764-388F-CB98-1B7C-9AA91883D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10" y="4091275"/>
            <a:ext cx="5229022" cy="2491104"/>
          </a:xfrm>
          <a:prstGeom prst="rect">
            <a:avLst/>
          </a:prstGeom>
        </p:spPr>
      </p:pic>
      <p:pic>
        <p:nvPicPr>
          <p:cNvPr id="12" name="図 11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1C02CCB-1DF2-504B-D8E7-762693BF7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178" y="4107473"/>
            <a:ext cx="5124577" cy="247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21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4C532-FE09-2C32-657C-8CF36D08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質量指数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54CC29-7CB5-9408-141B-D470A7B2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11520054" cy="180406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質量指数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kumimoji="1" lang="ja-JP" altLang="en-US" dirty="0"/>
              <a:t>性質</a:t>
            </a:r>
            <a:endParaRPr kumimoji="1" lang="en-US" altLang="ja-JP" dirty="0"/>
          </a:p>
          <a:p>
            <a:pPr lvl="1"/>
            <a:r>
              <a:rPr lang="ja-JP" altLang="en-US" dirty="0"/>
              <a:t>直線：モノフラクタル</a:t>
            </a:r>
            <a:endParaRPr lang="en-US" altLang="ja-JP" dirty="0"/>
          </a:p>
          <a:p>
            <a:pPr lvl="1"/>
            <a:r>
              <a:rPr kumimoji="1" lang="ja-JP" altLang="en-US" dirty="0"/>
              <a:t>明確な曲線（下に凸）：マルチフラクタル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F0923E-4425-D579-C359-A82355B5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F2C745-3240-5EEC-3451-4F7AE85D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381" y="1131084"/>
            <a:ext cx="2483419" cy="528083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ABCE65A-F886-120E-811D-035A094F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7" y="3291042"/>
            <a:ext cx="5858165" cy="2935665"/>
          </a:xfrm>
          <a:prstGeom prst="rect">
            <a:avLst/>
          </a:prstGeom>
        </p:spPr>
      </p:pic>
      <p:pic>
        <p:nvPicPr>
          <p:cNvPr id="10" name="図 9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146F419-E9A1-8EAD-6FAF-73024589F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862" y="3341471"/>
            <a:ext cx="5858165" cy="28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83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953D88-34FC-735B-3C14-5BA0E3CE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マルチフラクタルスペクトル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4976E7-F2C4-AFA2-E113-9308A93A2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36" y="1080655"/>
            <a:ext cx="4824021" cy="1809908"/>
          </a:xfrm>
        </p:spPr>
        <p:txBody>
          <a:bodyPr/>
          <a:lstStyle/>
          <a:p>
            <a:r>
              <a:rPr kumimoji="1" lang="ja-JP" altLang="en-US" dirty="0"/>
              <a:t>定義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622154-641E-F0A1-818B-DC9528AD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C660879-D5BB-984E-5A44-041E90BB6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81" y="1420947"/>
            <a:ext cx="2882818" cy="734002"/>
          </a:xfrm>
          <a:prstGeom prst="rect">
            <a:avLst/>
          </a:prstGeom>
        </p:spPr>
      </p:pic>
      <p:pic>
        <p:nvPicPr>
          <p:cNvPr id="8" name="図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BC8BF52-0695-57A5-D8A0-429D91578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479" y="3711494"/>
            <a:ext cx="3547350" cy="2977540"/>
          </a:xfrm>
          <a:prstGeom prst="rect">
            <a:avLst/>
          </a:prstGeom>
        </p:spPr>
      </p:pic>
      <p:pic>
        <p:nvPicPr>
          <p:cNvPr id="10" name="図 9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00D130C-25AE-497C-1EA9-12111B25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513" y="3753490"/>
            <a:ext cx="3547349" cy="2935544"/>
          </a:xfrm>
          <a:prstGeom prst="rect">
            <a:avLst/>
          </a:prstGeom>
        </p:spPr>
      </p:pic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C92E571-D42F-0742-2F46-FE01240DEC18}"/>
              </a:ext>
            </a:extLst>
          </p:cNvPr>
          <p:cNvSpPr txBox="1">
            <a:spLocks/>
          </p:cNvSpPr>
          <p:nvPr/>
        </p:nvSpPr>
        <p:spPr>
          <a:xfrm>
            <a:off x="7386452" y="1419336"/>
            <a:ext cx="4664033" cy="110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非対称性</a:t>
            </a:r>
            <a:endParaRPr lang="en-US" altLang="ja-JP" dirty="0"/>
          </a:p>
          <a:p>
            <a:pPr lvl="1"/>
            <a:r>
              <a:rPr lang="ja-JP" altLang="en-US" dirty="0"/>
              <a:t>左に長い⇒大変動・クラッシュ主導</a:t>
            </a:r>
            <a:endParaRPr lang="en-US" altLang="ja-JP" dirty="0"/>
          </a:p>
          <a:p>
            <a:pPr lvl="1"/>
            <a:r>
              <a:rPr lang="ja-JP" altLang="en-US" dirty="0"/>
              <a:t>右に長い⇒小変動・平常時主導</a:t>
            </a:r>
            <a:endParaRPr lang="en-US" altLang="ja-JP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BA726CCF-8A91-ECC8-C668-25BBFE1B93B9}"/>
              </a:ext>
            </a:extLst>
          </p:cNvPr>
          <p:cNvSpPr txBox="1">
            <a:spLocks/>
          </p:cNvSpPr>
          <p:nvPr/>
        </p:nvSpPr>
        <p:spPr>
          <a:xfrm>
            <a:off x="3389001" y="1080655"/>
            <a:ext cx="4262580" cy="1809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性質</a:t>
            </a:r>
            <a:endParaRPr lang="en-US" altLang="ja-JP" dirty="0"/>
          </a:p>
          <a:p>
            <a:pPr lvl="1"/>
            <a:r>
              <a:rPr lang="ja-JP" altLang="en-US" dirty="0"/>
              <a:t>強さ（幅）</a:t>
            </a:r>
            <a:endParaRPr lang="en-US" altLang="ja-JP" dirty="0"/>
          </a:p>
          <a:p>
            <a:pPr lvl="2"/>
            <a:r>
              <a:rPr lang="ja-JP" altLang="en-US" dirty="0"/>
              <a:t>小さい⇒モノフラクタル</a:t>
            </a:r>
            <a:endParaRPr lang="en-US" altLang="ja-JP" dirty="0"/>
          </a:p>
          <a:p>
            <a:pPr lvl="2"/>
            <a:r>
              <a:rPr lang="ja-JP" altLang="en-US" dirty="0"/>
              <a:t>大きい⇒マルチフラクタル</a:t>
            </a:r>
            <a:endParaRPr lang="en-US" altLang="ja-JP" dirty="0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843E80DA-92D5-026C-01A7-3C38C0B426E3}"/>
              </a:ext>
            </a:extLst>
          </p:cNvPr>
          <p:cNvSpPr txBox="1">
            <a:spLocks/>
          </p:cNvSpPr>
          <p:nvPr/>
        </p:nvSpPr>
        <p:spPr>
          <a:xfrm>
            <a:off x="3892138" y="2551435"/>
            <a:ext cx="4664033" cy="110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山の高さ</a:t>
            </a:r>
            <a:endParaRPr lang="en-US" altLang="ja-JP" dirty="0"/>
          </a:p>
          <a:p>
            <a:pPr lvl="1"/>
            <a:r>
              <a:rPr lang="ja-JP" altLang="en-US" dirty="0"/>
              <a:t>高い⇒特定の</a:t>
            </a:r>
            <a:r>
              <a:rPr lang="en-US" altLang="ja-JP" dirty="0"/>
              <a:t>α</a:t>
            </a:r>
            <a:r>
              <a:rPr lang="ja-JP" altLang="en-US" dirty="0"/>
              <a:t>が支配的</a:t>
            </a:r>
            <a:endParaRPr lang="en-US" altLang="ja-JP" dirty="0"/>
          </a:p>
          <a:p>
            <a:pPr lvl="1"/>
            <a:r>
              <a:rPr lang="ja-JP" altLang="en-US" dirty="0"/>
              <a:t>平たい⇒多様な状態が混在</a:t>
            </a:r>
            <a:endParaRPr lang="en-US" altLang="ja-JP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988C0766-A4FF-52FE-173F-91477CE6A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028" y="1315912"/>
            <a:ext cx="1825117" cy="3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57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8B3B2A3-17E3-3CC3-4BE9-EACE9DBC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17" y="304364"/>
            <a:ext cx="7602011" cy="3124636"/>
          </a:xfrm>
          <a:prstGeom prst="rect">
            <a:avLst/>
          </a:prstGeom>
        </p:spPr>
      </p:pic>
      <p:pic>
        <p:nvPicPr>
          <p:cNvPr id="5" name="図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B684720-1622-F8B5-FC21-4CCD44A10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59" y="2661317"/>
            <a:ext cx="5420481" cy="3982006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B1E79D-2D1D-5201-142E-4B75832A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3C8B2-6F41-4419-91EE-BC3E1745F8DC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67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1302</Words>
  <Application>Microsoft Office PowerPoint</Application>
  <PresentationFormat>ワイド画面</PresentationFormat>
  <Paragraphs>238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Google Sans Text</vt:lpstr>
      <vt:lpstr>游ゴシック</vt:lpstr>
      <vt:lpstr>游ゴシック Light</vt:lpstr>
      <vt:lpstr>Arial</vt:lpstr>
      <vt:lpstr>Office テーマ</vt:lpstr>
      <vt:lpstr>マルチフラクタルについて</vt:lpstr>
      <vt:lpstr>はじめに</vt:lpstr>
      <vt:lpstr>ハースト指数とは</vt:lpstr>
      <vt:lpstr>非整数ブラウン運動</vt:lpstr>
      <vt:lpstr>フラクタル次元との関係</vt:lpstr>
      <vt:lpstr>ハースト指数の計測方法</vt:lpstr>
      <vt:lpstr>R/S解析（１）</vt:lpstr>
      <vt:lpstr>R/S解析（２）</vt:lpstr>
      <vt:lpstr>DFA（Detrended Fluctuation Analysis）（１）</vt:lpstr>
      <vt:lpstr>DFA（Detrended Fluctuation Analysis）（２）</vt:lpstr>
      <vt:lpstr>DFA（Detrended Fluctuation Analysis）（３）</vt:lpstr>
      <vt:lpstr>DFA（Detrended Fluctuation Analysis）（４）</vt:lpstr>
      <vt:lpstr>R/S解析でのHの推定値（ランダムウォーク）</vt:lpstr>
      <vt:lpstr>DFAでのHの推定値（ランダムウォーク）</vt:lpstr>
      <vt:lpstr>R/SとDFAの比較</vt:lpstr>
      <vt:lpstr>ドル円のハースト指数の計測</vt:lpstr>
      <vt:lpstr>各セグメント分散の例</vt:lpstr>
      <vt:lpstr>マルチフラクタル</vt:lpstr>
      <vt:lpstr>MF-DFA（Multifractal Detrended Fluctuation Analysis）（１）</vt:lpstr>
      <vt:lpstr>MF-DFAの結果</vt:lpstr>
      <vt:lpstr>質量指数</vt:lpstr>
      <vt:lpstr>マルチフラクタルスペクトル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泰弘 仲山</dc:creator>
  <cp:lastModifiedBy>泰弘 仲山</cp:lastModifiedBy>
  <cp:revision>1</cp:revision>
  <dcterms:created xsi:type="dcterms:W3CDTF">2025-12-21T14:22:04Z</dcterms:created>
  <dcterms:modified xsi:type="dcterms:W3CDTF">2025-12-23T17:25:42Z</dcterms:modified>
</cp:coreProperties>
</file>
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68" r:id="rId5"/>
    <p:sldId id="267" r:id="rId6"/>
    <p:sldId id="282" r:id="rId7"/>
    <p:sldId id="263" r:id="rId8"/>
    <p:sldId id="264" r:id="rId9"/>
    <p:sldId id="265" r:id="rId10"/>
    <p:sldId id="266" r:id="rId11"/>
    <p:sldId id="271" r:id="rId12"/>
    <p:sldId id="272" r:id="rId13"/>
    <p:sldId id="273" r:id="rId14"/>
    <p:sldId id="269" r:id="rId15"/>
    <p:sldId id="270" r:id="rId16"/>
    <p:sldId id="275" r:id="rId17"/>
    <p:sldId id="276" r:id="rId18"/>
    <p:sldId id="277" r:id="rId19"/>
    <p:sldId id="259" r:id="rId20"/>
    <p:sldId id="274" r:id="rId21"/>
    <p:sldId id="278" r:id="rId22"/>
    <p:sldId id="279" r:id="rId23"/>
    <p:sldId id="280" r:id="rId24"/>
    <p:sldId id="262" r:id="rId2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BAAA7C-FEC5-4292-8D24-C4F15065AAE2}" v="30" dt="2025-12-24T15:38:47.380"/>
    <p1510:client id="{BBB67D2F-9715-47B8-81F9-8B4FF272C003}" v="66" dt="2025-12-23T17:21:56.24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216"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泰弘 仲山" userId="857b4835f3abfbd8" providerId="LiveId" clId="{1719127F-B280-47D0-B899-2028F4F2809D}"/>
    <pc:docChg chg="undo custSel addSld delSld modSld sldOrd modMainMaster">
      <pc:chgData name="泰弘 仲山" userId="857b4835f3abfbd8" providerId="LiveId" clId="{1719127F-B280-47D0-B899-2028F4F2809D}" dt="2025-12-24T15:39:23.174" v="8400" actId="1076"/>
      <pc:docMkLst>
        <pc:docMk/>
      </pc:docMkLst>
      <pc:sldChg chg="modSp new mod">
        <pc:chgData name="泰弘 仲山" userId="857b4835f3abfbd8" providerId="LiveId" clId="{1719127F-B280-47D0-B899-2028F4F2809D}" dt="2025-12-23T16:46:12.973" v="5357" actId="14100"/>
        <pc:sldMkLst>
          <pc:docMk/>
          <pc:sldMk cId="3627486124" sldId="256"/>
        </pc:sldMkLst>
        <pc:spChg chg="mod">
          <ac:chgData name="泰弘 仲山" userId="857b4835f3abfbd8" providerId="LiveId" clId="{1719127F-B280-47D0-B899-2028F4F2809D}" dt="2025-12-23T16:46:12.973" v="5357" actId="14100"/>
          <ac:spMkLst>
            <pc:docMk/>
            <pc:sldMk cId="3627486124" sldId="256"/>
            <ac:spMk id="2" creationId="{6AAA08AD-ABBE-BDFB-E5E8-F0CA6A32654B}"/>
          </ac:spMkLst>
        </pc:spChg>
        <pc:spChg chg="mod">
          <ac:chgData name="泰弘 仲山" userId="857b4835f3abfbd8" providerId="LiveId" clId="{1719127F-B280-47D0-B899-2028F4F2809D}" dt="2025-12-23T16:46:10.615" v="5356" actId="1076"/>
          <ac:spMkLst>
            <pc:docMk/>
            <pc:sldMk cId="3627486124" sldId="256"/>
            <ac:spMk id="3" creationId="{E70DC557-D420-2082-6678-BDEA5550ADCD}"/>
          </ac:spMkLst>
        </pc:spChg>
      </pc:sldChg>
      <pc:sldChg chg="modSp new mod">
        <pc:chgData name="泰弘 仲山" userId="857b4835f3abfbd8" providerId="LiveId" clId="{1719127F-B280-47D0-B899-2028F4F2809D}" dt="2025-12-23T16:46:44.623" v="5404" actId="20577"/>
        <pc:sldMkLst>
          <pc:docMk/>
          <pc:sldMk cId="2136311299" sldId="257"/>
        </pc:sldMkLst>
        <pc:spChg chg="mod">
          <ac:chgData name="泰弘 仲山" userId="857b4835f3abfbd8" providerId="LiveId" clId="{1719127F-B280-47D0-B899-2028F4F2809D}" dt="2025-12-23T16:41:41.655" v="4973" actId="20577"/>
          <ac:spMkLst>
            <pc:docMk/>
            <pc:sldMk cId="2136311299" sldId="257"/>
            <ac:spMk id="2" creationId="{2F45E42A-EE4D-549E-2A3E-D3C8D39197B1}"/>
          </ac:spMkLst>
        </pc:spChg>
        <pc:spChg chg="mod">
          <ac:chgData name="泰弘 仲山" userId="857b4835f3abfbd8" providerId="LiveId" clId="{1719127F-B280-47D0-B899-2028F4F2809D}" dt="2025-12-23T16:46:44.623" v="5404" actId="20577"/>
          <ac:spMkLst>
            <pc:docMk/>
            <pc:sldMk cId="2136311299" sldId="257"/>
            <ac:spMk id="3" creationId="{A826D038-EAC8-1741-7CBE-6FE27003E492}"/>
          </ac:spMkLst>
        </pc:spChg>
      </pc:sldChg>
      <pc:sldChg chg="addSp delSp modSp new mod">
        <pc:chgData name="泰弘 仲山" userId="857b4835f3abfbd8" providerId="LiveId" clId="{1719127F-B280-47D0-B899-2028F4F2809D}" dt="2025-12-23T16:12:56.819" v="4296" actId="478"/>
        <pc:sldMkLst>
          <pc:docMk/>
          <pc:sldMk cId="376465862" sldId="258"/>
        </pc:sldMkLst>
        <pc:spChg chg="mod">
          <ac:chgData name="泰弘 仲山" userId="857b4835f3abfbd8" providerId="LiveId" clId="{1719127F-B280-47D0-B899-2028F4F2809D}" dt="2025-12-21T14:29:10.743" v="54" actId="20577"/>
          <ac:spMkLst>
            <pc:docMk/>
            <pc:sldMk cId="376465862" sldId="258"/>
            <ac:spMk id="2" creationId="{D7AD7363-1CB8-CCC3-3AF3-03BB359991BE}"/>
          </ac:spMkLst>
        </pc:spChg>
        <pc:spChg chg="mod">
          <ac:chgData name="泰弘 仲山" userId="857b4835f3abfbd8" providerId="LiveId" clId="{1719127F-B280-47D0-B899-2028F4F2809D}" dt="2025-12-23T14:25:39.937" v="2970" actId="20577"/>
          <ac:spMkLst>
            <pc:docMk/>
            <pc:sldMk cId="376465862" sldId="258"/>
            <ac:spMk id="3" creationId="{B18E2A6C-7D33-8AF5-B7FD-9FEA7C06F261}"/>
          </ac:spMkLst>
        </pc:spChg>
        <pc:spChg chg="add mod">
          <ac:chgData name="泰弘 仲山" userId="857b4835f3abfbd8" providerId="LiveId" clId="{1719127F-B280-47D0-B899-2028F4F2809D}" dt="2025-12-23T13:05:35.065" v="1983" actId="20577"/>
          <ac:spMkLst>
            <pc:docMk/>
            <pc:sldMk cId="376465862" sldId="258"/>
            <ac:spMk id="4" creationId="{5F2EA6E7-C111-1395-AACF-247F77A4F517}"/>
          </ac:spMkLst>
        </pc:spChg>
        <pc:picChg chg="add mod">
          <ac:chgData name="泰弘 仲山" userId="857b4835f3abfbd8" providerId="LiveId" clId="{1719127F-B280-47D0-B899-2028F4F2809D}" dt="2025-12-23T13:05:17.458" v="1961" actId="1076"/>
          <ac:picMkLst>
            <pc:docMk/>
            <pc:sldMk cId="376465862" sldId="258"/>
            <ac:picMk id="5" creationId="{32673F2C-E8C4-947E-F505-5C82BDFACAA8}"/>
          </ac:picMkLst>
        </pc:picChg>
        <pc:picChg chg="add mod">
          <ac:chgData name="泰弘 仲山" userId="857b4835f3abfbd8" providerId="LiveId" clId="{1719127F-B280-47D0-B899-2028F4F2809D}" dt="2025-12-23T13:14:47.930" v="2356" actId="1036"/>
          <ac:picMkLst>
            <pc:docMk/>
            <pc:sldMk cId="376465862" sldId="258"/>
            <ac:picMk id="7" creationId="{C45736C2-1595-B4AC-3319-813FE4DDE3F5}"/>
          </ac:picMkLst>
        </pc:picChg>
        <pc:picChg chg="add mod">
          <ac:chgData name="泰弘 仲山" userId="857b4835f3abfbd8" providerId="LiveId" clId="{1719127F-B280-47D0-B899-2028F4F2809D}" dt="2025-12-23T13:16:27.763" v="2369" actId="1076"/>
          <ac:picMkLst>
            <pc:docMk/>
            <pc:sldMk cId="376465862" sldId="258"/>
            <ac:picMk id="8" creationId="{B1C8D111-8612-F007-26C0-A6E4319222BB}"/>
          </ac:picMkLst>
        </pc:picChg>
        <pc:picChg chg="add del mod">
          <ac:chgData name="泰弘 仲山" userId="857b4835f3abfbd8" providerId="LiveId" clId="{1719127F-B280-47D0-B899-2028F4F2809D}" dt="2025-12-23T16:12:56.819" v="4296" actId="478"/>
          <ac:picMkLst>
            <pc:docMk/>
            <pc:sldMk cId="376465862" sldId="258"/>
            <ac:picMk id="11" creationId="{33E7ECBA-7056-2C26-D5A7-8CAEDCD0A33C}"/>
          </ac:picMkLst>
        </pc:picChg>
      </pc:sldChg>
      <pc:sldChg chg="addSp modSp new mod">
        <pc:chgData name="泰弘 仲山" userId="857b4835f3abfbd8" providerId="LiveId" clId="{1719127F-B280-47D0-B899-2028F4F2809D}" dt="2025-12-23T16:13:35.571" v="4313" actId="20577"/>
        <pc:sldMkLst>
          <pc:docMk/>
          <pc:sldMk cId="1695847990" sldId="259"/>
        </pc:sldMkLst>
        <pc:spChg chg="mod">
          <ac:chgData name="泰弘 仲山" userId="857b4835f3abfbd8" providerId="LiveId" clId="{1719127F-B280-47D0-B899-2028F4F2809D}" dt="2025-12-21T14:29:37.451" v="78" actId="20577"/>
          <ac:spMkLst>
            <pc:docMk/>
            <pc:sldMk cId="1695847990" sldId="259"/>
            <ac:spMk id="2" creationId="{0B47F0C0-5A19-A5E2-84C2-E7DBA53EF86A}"/>
          </ac:spMkLst>
        </pc:spChg>
        <pc:spChg chg="mod">
          <ac:chgData name="泰弘 仲山" userId="857b4835f3abfbd8" providerId="LiveId" clId="{1719127F-B280-47D0-B899-2028F4F2809D}" dt="2025-12-23T16:13:35.571" v="4313" actId="20577"/>
          <ac:spMkLst>
            <pc:docMk/>
            <pc:sldMk cId="1695847990" sldId="259"/>
            <ac:spMk id="3" creationId="{DF74589E-FA33-F23E-E245-DF7AEF8D6393}"/>
          </ac:spMkLst>
        </pc:spChg>
        <pc:picChg chg="add mod">
          <ac:chgData name="泰弘 仲山" userId="857b4835f3abfbd8" providerId="LiveId" clId="{1719127F-B280-47D0-B899-2028F4F2809D}" dt="2025-12-21T14:56:10.810" v="756" actId="1076"/>
          <ac:picMkLst>
            <pc:docMk/>
            <pc:sldMk cId="1695847990" sldId="259"/>
            <ac:picMk id="5" creationId="{C976D9A3-6722-5BB8-2334-E76FCEEA6BAE}"/>
          </ac:picMkLst>
        </pc:picChg>
      </pc:sldChg>
      <pc:sldChg chg="addSp delSp modSp new del mod ord">
        <pc:chgData name="泰弘 仲山" userId="857b4835f3abfbd8" providerId="LiveId" clId="{1719127F-B280-47D0-B899-2028F4F2809D}" dt="2025-12-23T15:23:22.484" v="3103" actId="47"/>
        <pc:sldMkLst>
          <pc:docMk/>
          <pc:sldMk cId="3298929357" sldId="260"/>
        </pc:sldMkLst>
        <pc:spChg chg="add del mod">
          <ac:chgData name="泰弘 仲山" userId="857b4835f3abfbd8" providerId="LiveId" clId="{1719127F-B280-47D0-B899-2028F4F2809D}" dt="2025-12-23T15:23:16.187" v="3100" actId="21"/>
          <ac:spMkLst>
            <pc:docMk/>
            <pc:sldMk cId="3298929357" sldId="260"/>
            <ac:spMk id="6" creationId="{E51A554D-A9BD-0F81-7EF6-BD87B2E22F6B}"/>
          </ac:spMkLst>
        </pc:spChg>
      </pc:sldChg>
      <pc:sldChg chg="addSp modSp new del mod">
        <pc:chgData name="泰弘 仲山" userId="857b4835f3abfbd8" providerId="LiveId" clId="{1719127F-B280-47D0-B899-2028F4F2809D}" dt="2025-12-23T16:49:18.807" v="5522" actId="47"/>
        <pc:sldMkLst>
          <pc:docMk/>
          <pc:sldMk cId="1285438954" sldId="261"/>
        </pc:sldMkLst>
      </pc:sldChg>
      <pc:sldChg chg="addSp modSp new mod">
        <pc:chgData name="泰弘 仲山" userId="857b4835f3abfbd8" providerId="LiveId" clId="{1719127F-B280-47D0-B899-2028F4F2809D}" dt="2025-12-23T16:49:25.966" v="5524" actId="1076"/>
        <pc:sldMkLst>
          <pc:docMk/>
          <pc:sldMk cId="4087675725" sldId="262"/>
        </pc:sldMkLst>
        <pc:picChg chg="add mod">
          <ac:chgData name="泰弘 仲山" userId="857b4835f3abfbd8" providerId="LiveId" clId="{1719127F-B280-47D0-B899-2028F4F2809D}" dt="2025-12-23T16:49:24.482" v="5523" actId="1076"/>
          <ac:picMkLst>
            <pc:docMk/>
            <pc:sldMk cId="4087675725" sldId="262"/>
            <ac:picMk id="3" creationId="{E8B3B2A3-17E3-3CC3-4BE9-EACE9DBCACFB}"/>
          </ac:picMkLst>
        </pc:picChg>
        <pc:picChg chg="add mod">
          <ac:chgData name="泰弘 仲山" userId="857b4835f3abfbd8" providerId="LiveId" clId="{1719127F-B280-47D0-B899-2028F4F2809D}" dt="2025-12-23T16:49:25.966" v="5524" actId="1076"/>
          <ac:picMkLst>
            <pc:docMk/>
            <pc:sldMk cId="4087675725" sldId="262"/>
            <ac:picMk id="5" creationId="{CB684720-1622-F8B5-FC21-4CCD44A101CB}"/>
          </ac:picMkLst>
        </pc:picChg>
      </pc:sldChg>
      <pc:sldChg chg="addSp delSp modSp new mod">
        <pc:chgData name="泰弘 仲山" userId="857b4835f3abfbd8" providerId="LiveId" clId="{1719127F-B280-47D0-B899-2028F4F2809D}" dt="2025-12-23T14:27:19.118" v="2978" actId="1076"/>
        <pc:sldMkLst>
          <pc:docMk/>
          <pc:sldMk cId="606212361" sldId="263"/>
        </pc:sldMkLst>
        <pc:spChg chg="mod">
          <ac:chgData name="泰弘 仲山" userId="857b4835f3abfbd8" providerId="LiveId" clId="{1719127F-B280-47D0-B899-2028F4F2809D}" dt="2025-12-23T13:45:35.433" v="2811" actId="20577"/>
          <ac:spMkLst>
            <pc:docMk/>
            <pc:sldMk cId="606212361" sldId="263"/>
            <ac:spMk id="2" creationId="{F7F7DDB1-CB9C-E632-D1E4-90BD03298909}"/>
          </ac:spMkLst>
        </pc:spChg>
        <pc:spChg chg="del mod">
          <ac:chgData name="泰弘 仲山" userId="857b4835f3abfbd8" providerId="LiveId" clId="{1719127F-B280-47D0-B899-2028F4F2809D}" dt="2025-12-23T14:27:14.690" v="2976" actId="478"/>
          <ac:spMkLst>
            <pc:docMk/>
            <pc:sldMk cId="606212361" sldId="263"/>
            <ac:spMk id="3" creationId="{D0381B0D-E3CE-78DC-2382-ACE3B11C8C9D}"/>
          </ac:spMkLst>
        </pc:spChg>
        <pc:spChg chg="add del mod">
          <ac:chgData name="泰弘 仲山" userId="857b4835f3abfbd8" providerId="LiveId" clId="{1719127F-B280-47D0-B899-2028F4F2809D}" dt="2025-12-23T14:27:17.138" v="2977" actId="478"/>
          <ac:spMkLst>
            <pc:docMk/>
            <pc:sldMk cId="606212361" sldId="263"/>
            <ac:spMk id="7" creationId="{E0C5524C-2E20-5144-5DD3-E10C90E80E51}"/>
          </ac:spMkLst>
        </pc:spChg>
        <pc:graphicFrameChg chg="add mod modGraphic">
          <ac:chgData name="泰弘 仲山" userId="857b4835f3abfbd8" providerId="LiveId" clId="{1719127F-B280-47D0-B899-2028F4F2809D}" dt="2025-12-23T14:27:19.118" v="2978" actId="1076"/>
          <ac:graphicFrameMkLst>
            <pc:docMk/>
            <pc:sldMk cId="606212361" sldId="263"/>
            <ac:graphicFrameMk id="4" creationId="{80A1AE3F-5928-9066-656C-F333F149FAE9}"/>
          </ac:graphicFrameMkLst>
        </pc:graphicFrameChg>
      </pc:sldChg>
      <pc:sldChg chg="addSp delSp modSp new mod">
        <pc:chgData name="泰弘 仲山" userId="857b4835f3abfbd8" providerId="LiveId" clId="{1719127F-B280-47D0-B899-2028F4F2809D}" dt="2025-12-23T15:52:20.769" v="3428" actId="1076"/>
        <pc:sldMkLst>
          <pc:docMk/>
          <pc:sldMk cId="334745075" sldId="264"/>
        </pc:sldMkLst>
        <pc:spChg chg="mod">
          <ac:chgData name="泰弘 仲山" userId="857b4835f3abfbd8" providerId="LiveId" clId="{1719127F-B280-47D0-B899-2028F4F2809D}" dt="2025-12-21T15:30:09.290" v="1890" actId="20577"/>
          <ac:spMkLst>
            <pc:docMk/>
            <pc:sldMk cId="334745075" sldId="264"/>
            <ac:spMk id="2" creationId="{99B8C819-A22A-D4F0-5E17-B3E9C5086BCC}"/>
          </ac:spMkLst>
        </pc:spChg>
        <pc:spChg chg="mod">
          <ac:chgData name="泰弘 仲山" userId="857b4835f3abfbd8" providerId="LiveId" clId="{1719127F-B280-47D0-B899-2028F4F2809D}" dt="2025-12-23T14:36:42.635" v="3004" actId="1076"/>
          <ac:spMkLst>
            <pc:docMk/>
            <pc:sldMk cId="334745075" sldId="264"/>
            <ac:spMk id="3" creationId="{78D2B2BF-8DB9-DEF2-B381-D8659C8929AB}"/>
          </ac:spMkLst>
        </pc:spChg>
        <pc:grpChg chg="add mod">
          <ac:chgData name="泰弘 仲山" userId="857b4835f3abfbd8" providerId="LiveId" clId="{1719127F-B280-47D0-B899-2028F4F2809D}" dt="2025-12-23T14:38:42.052" v="3018" actId="164"/>
          <ac:grpSpMkLst>
            <pc:docMk/>
            <pc:sldMk cId="334745075" sldId="264"/>
            <ac:grpSpMk id="22" creationId="{E25AF0C8-0049-4E1F-5476-38A3415F4059}"/>
          </ac:grpSpMkLst>
        </pc:grpChg>
        <pc:picChg chg="add del mod">
          <ac:chgData name="泰弘 仲山" userId="857b4835f3abfbd8" providerId="LiveId" clId="{1719127F-B280-47D0-B899-2028F4F2809D}" dt="2025-12-23T14:59:41.982" v="3094" actId="478"/>
          <ac:picMkLst>
            <pc:docMk/>
            <pc:sldMk cId="334745075" sldId="264"/>
            <ac:picMk id="5" creationId="{4333388A-F0E9-1DC4-D086-23693399DB23}"/>
          </ac:picMkLst>
        </pc:picChg>
        <pc:picChg chg="add del mod">
          <ac:chgData name="泰弘 仲山" userId="857b4835f3abfbd8" providerId="LiveId" clId="{1719127F-B280-47D0-B899-2028F4F2809D}" dt="2025-12-23T14:32:41.758" v="2983" actId="478"/>
          <ac:picMkLst>
            <pc:docMk/>
            <pc:sldMk cId="334745075" sldId="264"/>
            <ac:picMk id="7" creationId="{FF14D569-52D7-B91B-505B-EE0FDF9E1B37}"/>
          </ac:picMkLst>
        </pc:picChg>
        <pc:picChg chg="add mod">
          <ac:chgData name="泰弘 仲山" userId="857b4835f3abfbd8" providerId="LiveId" clId="{1719127F-B280-47D0-B899-2028F4F2809D}" dt="2025-12-23T14:36:41.208" v="3003" actId="14100"/>
          <ac:picMkLst>
            <pc:docMk/>
            <pc:sldMk cId="334745075" sldId="264"/>
            <ac:picMk id="8" creationId="{AC9419B0-F9B1-E2BE-02D9-0CF9DA29AF64}"/>
          </ac:picMkLst>
        </pc:picChg>
        <pc:picChg chg="add del mod">
          <ac:chgData name="泰弘 仲山" userId="857b4835f3abfbd8" providerId="LiveId" clId="{1719127F-B280-47D0-B899-2028F4F2809D}" dt="2025-12-23T14:32:42.590" v="2984" actId="478"/>
          <ac:picMkLst>
            <pc:docMk/>
            <pc:sldMk cId="334745075" sldId="264"/>
            <ac:picMk id="9" creationId="{D2F90726-866A-F762-CA82-E45933153DA6}"/>
          </ac:picMkLst>
        </pc:picChg>
        <pc:picChg chg="add del mod">
          <ac:chgData name="泰弘 仲山" userId="857b4835f3abfbd8" providerId="LiveId" clId="{1719127F-B280-47D0-B899-2028F4F2809D}" dt="2025-12-23T14:42:23.159" v="3034" actId="478"/>
          <ac:picMkLst>
            <pc:docMk/>
            <pc:sldMk cId="334745075" sldId="264"/>
            <ac:picMk id="11" creationId="{B7CF60F8-0CC2-B59C-B413-7D37BFB166F2}"/>
          </ac:picMkLst>
        </pc:picChg>
        <pc:picChg chg="add mod">
          <ac:chgData name="泰弘 仲山" userId="857b4835f3abfbd8" providerId="LiveId" clId="{1719127F-B280-47D0-B899-2028F4F2809D}" dt="2025-12-23T14:38:42.052" v="3018" actId="164"/>
          <ac:picMkLst>
            <pc:docMk/>
            <pc:sldMk cId="334745075" sldId="264"/>
            <ac:picMk id="12" creationId="{6748D174-6EA4-96E3-DA8B-7772DB2BCF8B}"/>
          </ac:picMkLst>
        </pc:picChg>
        <pc:picChg chg="add del mod">
          <ac:chgData name="泰弘 仲山" userId="857b4835f3abfbd8" providerId="LiveId" clId="{1719127F-B280-47D0-B899-2028F4F2809D}" dt="2025-12-23T14:42:56.373" v="3048" actId="478"/>
          <ac:picMkLst>
            <pc:docMk/>
            <pc:sldMk cId="334745075" sldId="264"/>
            <ac:picMk id="13" creationId="{3B00BEE1-9374-F5AA-A15F-CC27D8109450}"/>
          </ac:picMkLst>
        </pc:picChg>
        <pc:picChg chg="add del mod">
          <ac:chgData name="泰弘 仲山" userId="857b4835f3abfbd8" providerId="LiveId" clId="{1719127F-B280-47D0-B899-2028F4F2809D}" dt="2025-12-23T14:43:12.862" v="3056" actId="478"/>
          <ac:picMkLst>
            <pc:docMk/>
            <pc:sldMk cId="334745075" sldId="264"/>
            <ac:picMk id="15" creationId="{09C2ACAD-5D99-C62F-5999-447F76063463}"/>
          </ac:picMkLst>
        </pc:picChg>
        <pc:picChg chg="add mod">
          <ac:chgData name="泰弘 仲山" userId="857b4835f3abfbd8" providerId="LiveId" clId="{1719127F-B280-47D0-B899-2028F4F2809D}" dt="2025-12-23T14:42:39.428" v="3044" actId="1036"/>
          <ac:picMkLst>
            <pc:docMk/>
            <pc:sldMk cId="334745075" sldId="264"/>
            <ac:picMk id="24" creationId="{B0E8AAC9-6B2A-D5AE-F708-485B460958C4}"/>
          </ac:picMkLst>
        </pc:picChg>
        <pc:picChg chg="add mod">
          <ac:chgData name="泰弘 仲山" userId="857b4835f3abfbd8" providerId="LiveId" clId="{1719127F-B280-47D0-B899-2028F4F2809D}" dt="2025-12-23T14:43:03.828" v="3052" actId="14100"/>
          <ac:picMkLst>
            <pc:docMk/>
            <pc:sldMk cId="334745075" sldId="264"/>
            <ac:picMk id="26" creationId="{353C8565-4C59-CD02-3B85-82C39DD813C9}"/>
          </ac:picMkLst>
        </pc:picChg>
        <pc:picChg chg="add mod">
          <ac:chgData name="泰弘 仲山" userId="857b4835f3abfbd8" providerId="LiveId" clId="{1719127F-B280-47D0-B899-2028F4F2809D}" dt="2025-12-23T14:43:27.358" v="3060" actId="14100"/>
          <ac:picMkLst>
            <pc:docMk/>
            <pc:sldMk cId="334745075" sldId="264"/>
            <ac:picMk id="28" creationId="{4045BC54-DDD1-0E18-C489-46370368A44E}"/>
          </ac:picMkLst>
        </pc:picChg>
        <pc:picChg chg="add mod">
          <ac:chgData name="泰弘 仲山" userId="857b4835f3abfbd8" providerId="LiveId" clId="{1719127F-B280-47D0-B899-2028F4F2809D}" dt="2025-12-23T15:52:20.769" v="3428" actId="1076"/>
          <ac:picMkLst>
            <pc:docMk/>
            <pc:sldMk cId="334745075" sldId="264"/>
            <ac:picMk id="30" creationId="{A88E0D25-6580-6C17-EFBA-C8E015CC175D}"/>
          </ac:picMkLst>
        </pc:picChg>
        <pc:cxnChg chg="add mod">
          <ac:chgData name="泰弘 仲山" userId="857b4835f3abfbd8" providerId="LiveId" clId="{1719127F-B280-47D0-B899-2028F4F2809D}" dt="2025-12-23T14:38:42.052" v="3018" actId="164"/>
          <ac:cxnSpMkLst>
            <pc:docMk/>
            <pc:sldMk cId="334745075" sldId="264"/>
            <ac:cxnSpMk id="16" creationId="{A014BC1D-8F92-2045-1F4D-8E079D6C5EDB}"/>
          </ac:cxnSpMkLst>
        </pc:cxnChg>
        <pc:cxnChg chg="add mod">
          <ac:chgData name="泰弘 仲山" userId="857b4835f3abfbd8" providerId="LiveId" clId="{1719127F-B280-47D0-B899-2028F4F2809D}" dt="2025-12-23T14:38:42.052" v="3018" actId="164"/>
          <ac:cxnSpMkLst>
            <pc:docMk/>
            <pc:sldMk cId="334745075" sldId="264"/>
            <ac:cxnSpMk id="17" creationId="{B430D8E6-AEC8-8759-1AB1-A83F23C56D23}"/>
          </ac:cxnSpMkLst>
        </pc:cxnChg>
        <pc:cxnChg chg="add mod">
          <ac:chgData name="泰弘 仲山" userId="857b4835f3abfbd8" providerId="LiveId" clId="{1719127F-B280-47D0-B899-2028F4F2809D}" dt="2025-12-23T14:38:42.052" v="3018" actId="164"/>
          <ac:cxnSpMkLst>
            <pc:docMk/>
            <pc:sldMk cId="334745075" sldId="264"/>
            <ac:cxnSpMk id="21" creationId="{8DB98F09-0D7D-525A-F6C7-251A226980E5}"/>
          </ac:cxnSpMkLst>
        </pc:cxnChg>
      </pc:sldChg>
      <pc:sldChg chg="addSp delSp modSp new mod">
        <pc:chgData name="泰弘 仲山" userId="857b4835f3abfbd8" providerId="LiveId" clId="{1719127F-B280-47D0-B899-2028F4F2809D}" dt="2025-12-23T14:45:14.626" v="3090" actId="1076"/>
        <pc:sldMkLst>
          <pc:docMk/>
          <pc:sldMk cId="3834742974" sldId="265"/>
        </pc:sldMkLst>
        <pc:spChg chg="mod">
          <ac:chgData name="泰弘 仲山" userId="857b4835f3abfbd8" providerId="LiveId" clId="{1719127F-B280-47D0-B899-2028F4F2809D}" dt="2025-12-21T15:30:03.069" v="1885" actId="20577"/>
          <ac:spMkLst>
            <pc:docMk/>
            <pc:sldMk cId="3834742974" sldId="265"/>
            <ac:spMk id="2" creationId="{3B642605-FDC0-204C-7141-0482974C4F23}"/>
          </ac:spMkLst>
        </pc:spChg>
        <pc:spChg chg="mod">
          <ac:chgData name="泰弘 仲山" userId="857b4835f3abfbd8" providerId="LiveId" clId="{1719127F-B280-47D0-B899-2028F4F2809D}" dt="2025-12-21T15:28:59.167" v="1880" actId="20577"/>
          <ac:spMkLst>
            <pc:docMk/>
            <pc:sldMk cId="3834742974" sldId="265"/>
            <ac:spMk id="3" creationId="{C8B14E35-9957-3571-5D15-E50339E9F571}"/>
          </ac:spMkLst>
        </pc:spChg>
        <pc:picChg chg="add del mod">
          <ac:chgData name="泰弘 仲山" userId="857b4835f3abfbd8" providerId="LiveId" clId="{1719127F-B280-47D0-B899-2028F4F2809D}" dt="2025-12-23T14:43:40.976" v="3064" actId="478"/>
          <ac:picMkLst>
            <pc:docMk/>
            <pc:sldMk cId="3834742974" sldId="265"/>
            <ac:picMk id="5" creationId="{CDB74478-32D9-F2AB-DAF4-B0A338F79B30}"/>
          </ac:picMkLst>
        </pc:picChg>
        <pc:picChg chg="add del mod">
          <ac:chgData name="泰弘 仲山" userId="857b4835f3abfbd8" providerId="LiveId" clId="{1719127F-B280-47D0-B899-2028F4F2809D}" dt="2025-12-23T14:41:49.503" v="3026" actId="478"/>
          <ac:picMkLst>
            <pc:docMk/>
            <pc:sldMk cId="3834742974" sldId="265"/>
            <ac:picMk id="7" creationId="{9063503F-81F0-8CBF-8895-CCB64D1E40E9}"/>
          </ac:picMkLst>
        </pc:picChg>
        <pc:picChg chg="add mod">
          <ac:chgData name="泰弘 仲山" userId="857b4835f3abfbd8" providerId="LiveId" clId="{1719127F-B280-47D0-B899-2028F4F2809D}" dt="2025-12-23T14:43:46.123" v="3066" actId="14100"/>
          <ac:picMkLst>
            <pc:docMk/>
            <pc:sldMk cId="3834742974" sldId="265"/>
            <ac:picMk id="8" creationId="{9ADC08E0-AEA3-7029-F7C3-9DDD08F4C153}"/>
          </ac:picMkLst>
        </pc:picChg>
        <pc:picChg chg="add del mod">
          <ac:chgData name="泰弘 仲山" userId="857b4835f3abfbd8" providerId="LiveId" clId="{1719127F-B280-47D0-B899-2028F4F2809D}" dt="2025-12-23T14:44:09.129" v="3074" actId="478"/>
          <ac:picMkLst>
            <pc:docMk/>
            <pc:sldMk cId="3834742974" sldId="265"/>
            <ac:picMk id="9" creationId="{1FEE8AAD-048A-4A5E-9D1C-ADCE3E0B7FAD}"/>
          </ac:picMkLst>
        </pc:picChg>
        <pc:picChg chg="add del mod">
          <ac:chgData name="泰弘 仲山" userId="857b4835f3abfbd8" providerId="LiveId" clId="{1719127F-B280-47D0-B899-2028F4F2809D}" dt="2025-12-23T14:45:07.146" v="3087" actId="478"/>
          <ac:picMkLst>
            <pc:docMk/>
            <pc:sldMk cId="3834742974" sldId="265"/>
            <ac:picMk id="11" creationId="{AE7329DF-6EED-5C23-0228-A87843B2154D}"/>
          </ac:picMkLst>
        </pc:picChg>
        <pc:picChg chg="add mod">
          <ac:chgData name="泰弘 仲山" userId="857b4835f3abfbd8" providerId="LiveId" clId="{1719127F-B280-47D0-B899-2028F4F2809D}" dt="2025-12-23T14:41:54.530" v="3029" actId="1076"/>
          <ac:picMkLst>
            <pc:docMk/>
            <pc:sldMk cId="3834742974" sldId="265"/>
            <ac:picMk id="12" creationId="{3BC1D7C3-845F-299B-E68D-F7BA0E088F79}"/>
          </ac:picMkLst>
        </pc:picChg>
        <pc:picChg chg="add del mod">
          <ac:chgData name="泰弘 仲山" userId="857b4835f3abfbd8" providerId="LiveId" clId="{1719127F-B280-47D0-B899-2028F4F2809D}" dt="2025-12-23T14:44:51.628" v="3083" actId="478"/>
          <ac:picMkLst>
            <pc:docMk/>
            <pc:sldMk cId="3834742974" sldId="265"/>
            <ac:picMk id="13" creationId="{77E9EC88-B62D-3BC4-B227-E7914FF7CEFB}"/>
          </ac:picMkLst>
        </pc:picChg>
        <pc:picChg chg="add mod">
          <ac:chgData name="泰弘 仲山" userId="857b4835f3abfbd8" providerId="LiveId" clId="{1719127F-B280-47D0-B899-2028F4F2809D}" dt="2025-12-23T14:43:55.810" v="3069" actId="14100"/>
          <ac:picMkLst>
            <pc:docMk/>
            <pc:sldMk cId="3834742974" sldId="265"/>
            <ac:picMk id="15" creationId="{8F9846D7-EDB2-6A79-9222-667C29BA8105}"/>
          </ac:picMkLst>
        </pc:picChg>
        <pc:picChg chg="add mod">
          <ac:chgData name="泰弘 仲山" userId="857b4835f3abfbd8" providerId="LiveId" clId="{1719127F-B280-47D0-B899-2028F4F2809D}" dt="2025-12-23T14:44:23.391" v="3078" actId="14100"/>
          <ac:picMkLst>
            <pc:docMk/>
            <pc:sldMk cId="3834742974" sldId="265"/>
            <ac:picMk id="17" creationId="{71D052EA-C644-7500-FBF8-21938A7B5FC0}"/>
          </ac:picMkLst>
        </pc:picChg>
        <pc:picChg chg="add mod">
          <ac:chgData name="泰弘 仲山" userId="857b4835f3abfbd8" providerId="LiveId" clId="{1719127F-B280-47D0-B899-2028F4F2809D}" dt="2025-12-23T14:44:56.245" v="3085" actId="1076"/>
          <ac:picMkLst>
            <pc:docMk/>
            <pc:sldMk cId="3834742974" sldId="265"/>
            <ac:picMk id="19" creationId="{07D05746-A178-53AA-45ED-0900BEDF2450}"/>
          </ac:picMkLst>
        </pc:picChg>
        <pc:picChg chg="add mod">
          <ac:chgData name="泰弘 仲山" userId="857b4835f3abfbd8" providerId="LiveId" clId="{1719127F-B280-47D0-B899-2028F4F2809D}" dt="2025-12-23T14:45:14.626" v="3090" actId="1076"/>
          <ac:picMkLst>
            <pc:docMk/>
            <pc:sldMk cId="3834742974" sldId="265"/>
            <ac:picMk id="21" creationId="{BC070E08-3D52-5399-9070-6DDCE19B0095}"/>
          </ac:picMkLst>
        </pc:picChg>
      </pc:sldChg>
      <pc:sldChg chg="addSp delSp modSp new mod">
        <pc:chgData name="泰弘 仲山" userId="857b4835f3abfbd8" providerId="LiveId" clId="{1719127F-B280-47D0-B899-2028F4F2809D}" dt="2025-12-23T15:49:54.070" v="3315" actId="20577"/>
        <pc:sldMkLst>
          <pc:docMk/>
          <pc:sldMk cId="2032291273" sldId="266"/>
        </pc:sldMkLst>
        <pc:spChg chg="mod">
          <ac:chgData name="泰弘 仲山" userId="857b4835f3abfbd8" providerId="LiveId" clId="{1719127F-B280-47D0-B899-2028F4F2809D}" dt="2025-12-23T15:49:54.070" v="3315" actId="20577"/>
          <ac:spMkLst>
            <pc:docMk/>
            <pc:sldMk cId="2032291273" sldId="266"/>
            <ac:spMk id="2" creationId="{9ACCE14C-8AAC-A167-E711-136E1F9536A8}"/>
          </ac:spMkLst>
        </pc:spChg>
        <pc:spChg chg="mod">
          <ac:chgData name="泰弘 仲山" userId="857b4835f3abfbd8" providerId="LiveId" clId="{1719127F-B280-47D0-B899-2028F4F2809D}" dt="2025-12-23T15:49:29.423" v="3307" actId="15"/>
          <ac:spMkLst>
            <pc:docMk/>
            <pc:sldMk cId="2032291273" sldId="266"/>
            <ac:spMk id="3" creationId="{B3DEA6B1-62F1-93FA-10D1-BEF5F1873C90}"/>
          </ac:spMkLst>
        </pc:spChg>
        <pc:picChg chg="add del mod">
          <ac:chgData name="泰弘 仲山" userId="857b4835f3abfbd8" providerId="LiveId" clId="{1719127F-B280-47D0-B899-2028F4F2809D}" dt="2025-12-23T15:48:22.179" v="3288" actId="21"/>
          <ac:picMkLst>
            <pc:docMk/>
            <pc:sldMk cId="2032291273" sldId="266"/>
            <ac:picMk id="5" creationId="{D8739895-0809-BD45-6592-7F8C33178D51}"/>
          </ac:picMkLst>
        </pc:picChg>
        <pc:picChg chg="add del mod">
          <ac:chgData name="泰弘 仲山" userId="857b4835f3abfbd8" providerId="LiveId" clId="{1719127F-B280-47D0-B899-2028F4F2809D}" dt="2025-12-23T15:48:22.179" v="3288" actId="21"/>
          <ac:picMkLst>
            <pc:docMk/>
            <pc:sldMk cId="2032291273" sldId="266"/>
            <ac:picMk id="7" creationId="{C203166C-C7E4-6747-D263-679D450CE387}"/>
          </ac:picMkLst>
        </pc:picChg>
        <pc:picChg chg="add mod">
          <ac:chgData name="泰弘 仲山" userId="857b4835f3abfbd8" providerId="LiveId" clId="{1719127F-B280-47D0-B899-2028F4F2809D}" dt="2025-12-23T15:49:09.429" v="3298" actId="1076"/>
          <ac:picMkLst>
            <pc:docMk/>
            <pc:sldMk cId="2032291273" sldId="266"/>
            <ac:picMk id="8" creationId="{03899AAC-DF51-9DD5-890F-9D90F462006E}"/>
          </ac:picMkLst>
        </pc:picChg>
        <pc:picChg chg="add mod">
          <ac:chgData name="泰弘 仲山" userId="857b4835f3abfbd8" providerId="LiveId" clId="{1719127F-B280-47D0-B899-2028F4F2809D}" dt="2025-12-23T15:49:30.837" v="3308" actId="1076"/>
          <ac:picMkLst>
            <pc:docMk/>
            <pc:sldMk cId="2032291273" sldId="266"/>
            <ac:picMk id="10" creationId="{1BD26680-E8A7-CD7C-2AFA-ED95A707A1F4}"/>
          </ac:picMkLst>
        </pc:picChg>
        <pc:picChg chg="add mod">
          <ac:chgData name="泰弘 仲山" userId="857b4835f3abfbd8" providerId="LiveId" clId="{1719127F-B280-47D0-B899-2028F4F2809D}" dt="2025-12-23T15:49:36.065" v="3310" actId="1076"/>
          <ac:picMkLst>
            <pc:docMk/>
            <pc:sldMk cId="2032291273" sldId="266"/>
            <ac:picMk id="12" creationId="{7095363D-42EF-9F26-4A6A-D8403D6C0A83}"/>
          </ac:picMkLst>
        </pc:picChg>
      </pc:sldChg>
      <pc:sldChg chg="addSp delSp modSp new mod">
        <pc:chgData name="泰弘 仲山" userId="857b4835f3abfbd8" providerId="LiveId" clId="{1719127F-B280-47D0-B899-2028F4F2809D}" dt="2025-12-24T15:30:29.726" v="8016" actId="1076"/>
        <pc:sldMkLst>
          <pc:docMk/>
          <pc:sldMk cId="203023621" sldId="267"/>
        </pc:sldMkLst>
        <pc:spChg chg="mod">
          <ac:chgData name="泰弘 仲山" userId="857b4835f3abfbd8" providerId="LiveId" clId="{1719127F-B280-47D0-B899-2028F4F2809D}" dt="2025-12-23T13:06:42.790" v="2029" actId="20577"/>
          <ac:spMkLst>
            <pc:docMk/>
            <pc:sldMk cId="203023621" sldId="267"/>
            <ac:spMk id="2" creationId="{DF2064C7-9DEB-FA85-C8D4-07E98C27203B}"/>
          </ac:spMkLst>
        </pc:spChg>
        <pc:spChg chg="mod">
          <ac:chgData name="泰弘 仲山" userId="857b4835f3abfbd8" providerId="LiveId" clId="{1719127F-B280-47D0-B899-2028F4F2809D}" dt="2025-12-24T15:28:10.035" v="7955" actId="1076"/>
          <ac:spMkLst>
            <pc:docMk/>
            <pc:sldMk cId="203023621" sldId="267"/>
            <ac:spMk id="3" creationId="{FA190CEA-B958-2221-770E-5C69396BFD7B}"/>
          </ac:spMkLst>
        </pc:spChg>
        <pc:spChg chg="add del mod">
          <ac:chgData name="泰弘 仲山" userId="857b4835f3abfbd8" providerId="LiveId" clId="{1719127F-B280-47D0-B899-2028F4F2809D}" dt="2025-12-24T15:03:12.513" v="6750" actId="21"/>
          <ac:spMkLst>
            <pc:docMk/>
            <pc:sldMk cId="203023621" sldId="267"/>
            <ac:spMk id="6" creationId="{14B534E2-80AB-0021-B16B-709A90A0254A}"/>
          </ac:spMkLst>
        </pc:spChg>
        <pc:spChg chg="add mod">
          <ac:chgData name="泰弘 仲山" userId="857b4835f3abfbd8" providerId="LiveId" clId="{1719127F-B280-47D0-B899-2028F4F2809D}" dt="2025-12-24T15:28:52.596" v="7980" actId="14100"/>
          <ac:spMkLst>
            <pc:docMk/>
            <pc:sldMk cId="203023621" sldId="267"/>
            <ac:spMk id="7" creationId="{A977D03C-1EEA-CD95-5CC4-84CA75B556FB}"/>
          </ac:spMkLst>
        </pc:spChg>
        <pc:spChg chg="add del mod">
          <ac:chgData name="泰弘 仲山" userId="857b4835f3abfbd8" providerId="LiveId" clId="{1719127F-B280-47D0-B899-2028F4F2809D}" dt="2025-12-24T15:03:12.513" v="6750" actId="21"/>
          <ac:spMkLst>
            <pc:docMk/>
            <pc:sldMk cId="203023621" sldId="267"/>
            <ac:spMk id="10" creationId="{E51A554D-A9BD-0F81-7EF6-BD87B2E22F6B}"/>
          </ac:spMkLst>
        </pc:spChg>
        <pc:spChg chg="add mod">
          <ac:chgData name="泰弘 仲山" userId="857b4835f3abfbd8" providerId="LiveId" clId="{1719127F-B280-47D0-B899-2028F4F2809D}" dt="2025-12-24T15:28:41.981" v="7977" actId="1035"/>
          <ac:spMkLst>
            <pc:docMk/>
            <pc:sldMk cId="203023621" sldId="267"/>
            <ac:spMk id="11" creationId="{AA2CEC89-6DCA-E163-F454-A43ED04F5DD3}"/>
          </ac:spMkLst>
        </pc:spChg>
        <pc:spChg chg="add mod">
          <ac:chgData name="泰弘 仲山" userId="857b4835f3abfbd8" providerId="LiveId" clId="{1719127F-B280-47D0-B899-2028F4F2809D}" dt="2025-12-24T15:11:06.564" v="7232" actId="164"/>
          <ac:spMkLst>
            <pc:docMk/>
            <pc:sldMk cId="203023621" sldId="267"/>
            <ac:spMk id="19" creationId="{F23C84A3-6673-0A7C-526E-5B390EBC3C0F}"/>
          </ac:spMkLst>
        </pc:spChg>
        <pc:spChg chg="add mod">
          <ac:chgData name="泰弘 仲山" userId="857b4835f3abfbd8" providerId="LiveId" clId="{1719127F-B280-47D0-B899-2028F4F2809D}" dt="2025-12-24T15:11:06.564" v="7232" actId="164"/>
          <ac:spMkLst>
            <pc:docMk/>
            <pc:sldMk cId="203023621" sldId="267"/>
            <ac:spMk id="20" creationId="{5840120A-AA6C-029F-2C39-CA7538D2C9CF}"/>
          </ac:spMkLst>
        </pc:spChg>
        <pc:spChg chg="add mod">
          <ac:chgData name="泰弘 仲山" userId="857b4835f3abfbd8" providerId="LiveId" clId="{1719127F-B280-47D0-B899-2028F4F2809D}" dt="2025-12-24T15:11:06.564" v="7232" actId="164"/>
          <ac:spMkLst>
            <pc:docMk/>
            <pc:sldMk cId="203023621" sldId="267"/>
            <ac:spMk id="21" creationId="{CD1200F4-844F-F8F1-A7CF-B623AA6895E6}"/>
          </ac:spMkLst>
        </pc:spChg>
        <pc:spChg chg="add mod">
          <ac:chgData name="泰弘 仲山" userId="857b4835f3abfbd8" providerId="LiveId" clId="{1719127F-B280-47D0-B899-2028F4F2809D}" dt="2025-12-24T15:13:35.720" v="7288" actId="164"/>
          <ac:spMkLst>
            <pc:docMk/>
            <pc:sldMk cId="203023621" sldId="267"/>
            <ac:spMk id="23" creationId="{E8C0075F-2E7B-2457-E3C5-9A83A7949F84}"/>
          </ac:spMkLst>
        </pc:spChg>
        <pc:spChg chg="add mod">
          <ac:chgData name="泰弘 仲山" userId="857b4835f3abfbd8" providerId="LiveId" clId="{1719127F-B280-47D0-B899-2028F4F2809D}" dt="2025-12-24T15:13:35.720" v="7288" actId="164"/>
          <ac:spMkLst>
            <pc:docMk/>
            <pc:sldMk cId="203023621" sldId="267"/>
            <ac:spMk id="24" creationId="{E959C62D-46A2-B37F-0927-A98A9165BD9D}"/>
          </ac:spMkLst>
        </pc:spChg>
        <pc:spChg chg="add mod">
          <ac:chgData name="泰弘 仲山" userId="857b4835f3abfbd8" providerId="LiveId" clId="{1719127F-B280-47D0-B899-2028F4F2809D}" dt="2025-12-24T15:13:35.720" v="7288" actId="164"/>
          <ac:spMkLst>
            <pc:docMk/>
            <pc:sldMk cId="203023621" sldId="267"/>
            <ac:spMk id="25" creationId="{64D432E8-9FED-7DD9-9538-637749A00B44}"/>
          </ac:spMkLst>
        </pc:spChg>
        <pc:spChg chg="add mod">
          <ac:chgData name="泰弘 仲山" userId="857b4835f3abfbd8" providerId="LiveId" clId="{1719127F-B280-47D0-B899-2028F4F2809D}" dt="2025-12-24T15:13:35.720" v="7288" actId="164"/>
          <ac:spMkLst>
            <pc:docMk/>
            <pc:sldMk cId="203023621" sldId="267"/>
            <ac:spMk id="26" creationId="{09DB6E7A-665B-8248-7147-A52484682A1D}"/>
          </ac:spMkLst>
        </pc:spChg>
        <pc:spChg chg="add mod">
          <ac:chgData name="泰弘 仲山" userId="857b4835f3abfbd8" providerId="LiveId" clId="{1719127F-B280-47D0-B899-2028F4F2809D}" dt="2025-12-24T15:13:35.720" v="7288" actId="164"/>
          <ac:spMkLst>
            <pc:docMk/>
            <pc:sldMk cId="203023621" sldId="267"/>
            <ac:spMk id="27" creationId="{98E0806E-2556-A2D4-E2AB-1BC00C01C36E}"/>
          </ac:spMkLst>
        </pc:spChg>
        <pc:spChg chg="add mod">
          <ac:chgData name="泰弘 仲山" userId="857b4835f3abfbd8" providerId="LiveId" clId="{1719127F-B280-47D0-B899-2028F4F2809D}" dt="2025-12-24T15:28:17.704" v="7967" actId="1035"/>
          <ac:spMkLst>
            <pc:docMk/>
            <pc:sldMk cId="203023621" sldId="267"/>
            <ac:spMk id="29" creationId="{B86C4AD8-A9DE-75C1-A96A-9BDF076962CF}"/>
          </ac:spMkLst>
        </pc:spChg>
        <pc:spChg chg="add mod">
          <ac:chgData name="泰弘 仲山" userId="857b4835f3abfbd8" providerId="LiveId" clId="{1719127F-B280-47D0-B899-2028F4F2809D}" dt="2025-12-24T15:28:17.704" v="7967" actId="1035"/>
          <ac:spMkLst>
            <pc:docMk/>
            <pc:sldMk cId="203023621" sldId="267"/>
            <ac:spMk id="30" creationId="{7A66FF95-E08B-9A09-2FA9-78B6D91386F4}"/>
          </ac:spMkLst>
        </pc:spChg>
        <pc:spChg chg="add mod">
          <ac:chgData name="泰弘 仲山" userId="857b4835f3abfbd8" providerId="LiveId" clId="{1719127F-B280-47D0-B899-2028F4F2809D}" dt="2025-12-24T15:28:57.806" v="7981" actId="1076"/>
          <ac:spMkLst>
            <pc:docMk/>
            <pc:sldMk cId="203023621" sldId="267"/>
            <ac:spMk id="37" creationId="{C3261DDF-30BC-2D7C-27B3-E38023AAF84D}"/>
          </ac:spMkLst>
        </pc:spChg>
        <pc:spChg chg="add mod">
          <ac:chgData name="泰弘 仲山" userId="857b4835f3abfbd8" providerId="LiveId" clId="{1719127F-B280-47D0-B899-2028F4F2809D}" dt="2025-12-24T15:29:35.421" v="7993" actId="1076"/>
          <ac:spMkLst>
            <pc:docMk/>
            <pc:sldMk cId="203023621" sldId="267"/>
            <ac:spMk id="38" creationId="{D3BE2323-1B2F-9926-E338-620656A5BA49}"/>
          </ac:spMkLst>
        </pc:spChg>
        <pc:spChg chg="add mod">
          <ac:chgData name="泰弘 仲山" userId="857b4835f3abfbd8" providerId="LiveId" clId="{1719127F-B280-47D0-B899-2028F4F2809D}" dt="2025-12-24T15:30:19.861" v="8013" actId="20577"/>
          <ac:spMkLst>
            <pc:docMk/>
            <pc:sldMk cId="203023621" sldId="267"/>
            <ac:spMk id="41" creationId="{DCBF497C-E54C-5995-5603-F0AAA26EF35D}"/>
          </ac:spMkLst>
        </pc:spChg>
        <pc:grpChg chg="add mod">
          <ac:chgData name="泰弘 仲山" userId="857b4835f3abfbd8" providerId="LiveId" clId="{1719127F-B280-47D0-B899-2028F4F2809D}" dt="2025-12-24T15:28:17.704" v="7967" actId="1035"/>
          <ac:grpSpMkLst>
            <pc:docMk/>
            <pc:sldMk cId="203023621" sldId="267"/>
            <ac:grpSpMk id="22" creationId="{AB539EBC-1E42-46A1-D891-FC02D1556109}"/>
          </ac:grpSpMkLst>
        </pc:grpChg>
        <pc:grpChg chg="add mod">
          <ac:chgData name="泰弘 仲山" userId="857b4835f3abfbd8" providerId="LiveId" clId="{1719127F-B280-47D0-B899-2028F4F2809D}" dt="2025-12-24T15:28:17.704" v="7967" actId="1035"/>
          <ac:grpSpMkLst>
            <pc:docMk/>
            <pc:sldMk cId="203023621" sldId="267"/>
            <ac:grpSpMk id="28" creationId="{A78407B4-B4AF-EEF8-909D-9D6BEC773FB5}"/>
          </ac:grpSpMkLst>
        </pc:grpChg>
        <pc:graphicFrameChg chg="add mod modGraphic">
          <ac:chgData name="泰弘 仲山" userId="857b4835f3abfbd8" providerId="LiveId" clId="{1719127F-B280-47D0-B899-2028F4F2809D}" dt="2025-12-24T15:28:48.325" v="7978" actId="1076"/>
          <ac:graphicFrameMkLst>
            <pc:docMk/>
            <pc:sldMk cId="203023621" sldId="267"/>
            <ac:graphicFrameMk id="4" creationId="{B423D195-92C6-8043-649C-EE8AED0C4E83}"/>
          </ac:graphicFrameMkLst>
        </pc:graphicFrameChg>
        <pc:picChg chg="add del mod">
          <ac:chgData name="泰弘 仲山" userId="857b4835f3abfbd8" providerId="LiveId" clId="{1719127F-B280-47D0-B899-2028F4F2809D}" dt="2025-12-24T15:03:12.513" v="6750" actId="21"/>
          <ac:picMkLst>
            <pc:docMk/>
            <pc:sldMk cId="203023621" sldId="267"/>
            <ac:picMk id="5" creationId="{FC642EBF-A9BE-1B59-6AA4-62C242D6EACE}"/>
          </ac:picMkLst>
        </pc:picChg>
        <pc:picChg chg="add del mod">
          <ac:chgData name="泰弘 仲山" userId="857b4835f3abfbd8" providerId="LiveId" clId="{1719127F-B280-47D0-B899-2028F4F2809D}" dt="2025-12-24T15:03:12.513" v="6750" actId="21"/>
          <ac:picMkLst>
            <pc:docMk/>
            <pc:sldMk cId="203023621" sldId="267"/>
            <ac:picMk id="8" creationId="{8430314B-873A-D724-42B9-E23A61E8B733}"/>
          </ac:picMkLst>
        </pc:picChg>
        <pc:picChg chg="add del mod">
          <ac:chgData name="泰弘 仲山" userId="857b4835f3abfbd8" providerId="LiveId" clId="{1719127F-B280-47D0-B899-2028F4F2809D}" dt="2025-12-24T15:17:55.282" v="7372" actId="478"/>
          <ac:picMkLst>
            <pc:docMk/>
            <pc:sldMk cId="203023621" sldId="267"/>
            <ac:picMk id="32" creationId="{EACCC28D-B390-06D2-A1DD-56DC19A89E03}"/>
          </ac:picMkLst>
        </pc:picChg>
        <pc:picChg chg="add mod">
          <ac:chgData name="泰弘 仲山" userId="857b4835f3abfbd8" providerId="LiveId" clId="{1719127F-B280-47D0-B899-2028F4F2809D}" dt="2025-12-24T15:30:29.726" v="8016" actId="1076"/>
          <ac:picMkLst>
            <pc:docMk/>
            <pc:sldMk cId="203023621" sldId="267"/>
            <ac:picMk id="34" creationId="{6FD0F87D-AF89-FCDA-F6BB-FDCCBB7B7484}"/>
          </ac:picMkLst>
        </pc:picChg>
        <pc:picChg chg="add mod">
          <ac:chgData name="泰弘 仲山" userId="857b4835f3abfbd8" providerId="LiveId" clId="{1719127F-B280-47D0-B899-2028F4F2809D}" dt="2025-12-24T15:30:28.419" v="8015" actId="1076"/>
          <ac:picMkLst>
            <pc:docMk/>
            <pc:sldMk cId="203023621" sldId="267"/>
            <ac:picMk id="36" creationId="{FAC684E4-0494-E761-12D1-2D856D71AC8C}"/>
          </ac:picMkLst>
        </pc:picChg>
        <pc:picChg chg="add mod">
          <ac:chgData name="泰弘 仲山" userId="857b4835f3abfbd8" providerId="LiveId" clId="{1719127F-B280-47D0-B899-2028F4F2809D}" dt="2025-12-24T15:30:26.143" v="8014" actId="1076"/>
          <ac:picMkLst>
            <pc:docMk/>
            <pc:sldMk cId="203023621" sldId="267"/>
            <ac:picMk id="39" creationId="{7FDD2081-4B31-1EA6-DC83-F1E0FB05B154}"/>
          </ac:picMkLst>
        </pc:picChg>
        <pc:cxnChg chg="add mod">
          <ac:chgData name="泰弘 仲山" userId="857b4835f3abfbd8" providerId="LiveId" clId="{1719127F-B280-47D0-B899-2028F4F2809D}" dt="2025-12-24T15:11:06.564" v="7232" actId="164"/>
          <ac:cxnSpMkLst>
            <pc:docMk/>
            <pc:sldMk cId="203023621" sldId="267"/>
            <ac:cxnSpMk id="13" creationId="{20CC798C-013F-DF49-6764-A9D1365E1505}"/>
          </ac:cxnSpMkLst>
        </pc:cxnChg>
        <pc:cxnChg chg="add mod">
          <ac:chgData name="泰弘 仲山" userId="857b4835f3abfbd8" providerId="LiveId" clId="{1719127F-B280-47D0-B899-2028F4F2809D}" dt="2025-12-24T15:11:06.564" v="7232" actId="164"/>
          <ac:cxnSpMkLst>
            <pc:docMk/>
            <pc:sldMk cId="203023621" sldId="267"/>
            <ac:cxnSpMk id="14" creationId="{D4D1A6EA-38BB-D18F-ACFC-4C4DA34535F1}"/>
          </ac:cxnSpMkLst>
        </pc:cxnChg>
        <pc:cxnChg chg="add mod">
          <ac:chgData name="泰弘 仲山" userId="857b4835f3abfbd8" providerId="LiveId" clId="{1719127F-B280-47D0-B899-2028F4F2809D}" dt="2025-12-24T15:11:06.564" v="7232" actId="164"/>
          <ac:cxnSpMkLst>
            <pc:docMk/>
            <pc:sldMk cId="203023621" sldId="267"/>
            <ac:cxnSpMk id="16" creationId="{5E1AFA0D-B796-467D-D181-C25D2D5FBDBE}"/>
          </ac:cxnSpMkLst>
        </pc:cxnChg>
      </pc:sldChg>
      <pc:sldChg chg="addSp delSp modSp new mod">
        <pc:chgData name="泰弘 仲山" userId="857b4835f3abfbd8" providerId="LiveId" clId="{1719127F-B280-47D0-B899-2028F4F2809D}" dt="2025-12-24T15:39:23.174" v="8400" actId="1076"/>
        <pc:sldMkLst>
          <pc:docMk/>
          <pc:sldMk cId="922843617" sldId="268"/>
        </pc:sldMkLst>
        <pc:spChg chg="mod">
          <ac:chgData name="泰弘 仲山" userId="857b4835f3abfbd8" providerId="LiveId" clId="{1719127F-B280-47D0-B899-2028F4F2809D}" dt="2025-12-23T13:34:20.020" v="2661" actId="1076"/>
          <ac:spMkLst>
            <pc:docMk/>
            <pc:sldMk cId="922843617" sldId="268"/>
            <ac:spMk id="2" creationId="{3C351DE9-CEA5-68D0-4BDC-707BA7F4AE00}"/>
          </ac:spMkLst>
        </pc:spChg>
        <pc:spChg chg="mod">
          <ac:chgData name="泰弘 仲山" userId="857b4835f3abfbd8" providerId="LiveId" clId="{1719127F-B280-47D0-B899-2028F4F2809D}" dt="2025-12-23T16:47:15.691" v="5442" actId="14100"/>
          <ac:spMkLst>
            <pc:docMk/>
            <pc:sldMk cId="922843617" sldId="268"/>
            <ac:spMk id="3" creationId="{3304AF15-1ACB-3366-FAB0-ABC57875240F}"/>
          </ac:spMkLst>
        </pc:spChg>
        <pc:spChg chg="add mod">
          <ac:chgData name="泰弘 仲山" userId="857b4835f3abfbd8" providerId="LiveId" clId="{1719127F-B280-47D0-B899-2028F4F2809D}" dt="2025-12-23T13:35:11.622" v="2674" actId="1076"/>
          <ac:spMkLst>
            <pc:docMk/>
            <pc:sldMk cId="922843617" sldId="268"/>
            <ac:spMk id="8" creationId="{E71F4325-173D-FB6F-FFD5-E923E3031F9F}"/>
          </ac:spMkLst>
        </pc:spChg>
        <pc:spChg chg="add mod">
          <ac:chgData name="泰弘 仲山" userId="857b4835f3abfbd8" providerId="LiveId" clId="{1719127F-B280-47D0-B899-2028F4F2809D}" dt="2025-12-23T13:35:07.298" v="2673" actId="1076"/>
          <ac:spMkLst>
            <pc:docMk/>
            <pc:sldMk cId="922843617" sldId="268"/>
            <ac:spMk id="9" creationId="{DF512ADF-0477-383D-3E5F-A4D35C77FC3D}"/>
          </ac:spMkLst>
        </pc:spChg>
        <pc:spChg chg="add mod">
          <ac:chgData name="泰弘 仲山" userId="857b4835f3abfbd8" providerId="LiveId" clId="{1719127F-B280-47D0-B899-2028F4F2809D}" dt="2025-12-23T13:35:25.849" v="2677" actId="1076"/>
          <ac:spMkLst>
            <pc:docMk/>
            <pc:sldMk cId="922843617" sldId="268"/>
            <ac:spMk id="10" creationId="{3244B1A1-1D2F-E108-E602-8238D9B86CE3}"/>
          </ac:spMkLst>
        </pc:spChg>
        <pc:spChg chg="add mod">
          <ac:chgData name="泰弘 仲山" userId="857b4835f3abfbd8" providerId="LiveId" clId="{1719127F-B280-47D0-B899-2028F4F2809D}" dt="2025-12-23T13:35:22.589" v="2676" actId="1076"/>
          <ac:spMkLst>
            <pc:docMk/>
            <pc:sldMk cId="922843617" sldId="268"/>
            <ac:spMk id="11" creationId="{5512AD6D-E33E-852F-BA2C-74432945E55A}"/>
          </ac:spMkLst>
        </pc:spChg>
        <pc:spChg chg="add mod">
          <ac:chgData name="泰弘 仲山" userId="857b4835f3abfbd8" providerId="LiveId" clId="{1719127F-B280-47D0-B899-2028F4F2809D}" dt="2025-12-23T13:35:38.294" v="2679" actId="13822"/>
          <ac:spMkLst>
            <pc:docMk/>
            <pc:sldMk cId="922843617" sldId="268"/>
            <ac:spMk id="12" creationId="{A7CA1520-9A35-44CF-522B-D99D9BD80A44}"/>
          </ac:spMkLst>
        </pc:spChg>
        <pc:spChg chg="add mod">
          <ac:chgData name="泰弘 仲山" userId="857b4835f3abfbd8" providerId="LiveId" clId="{1719127F-B280-47D0-B899-2028F4F2809D}" dt="2025-12-23T13:35:32.940" v="2678" actId="13822"/>
          <ac:spMkLst>
            <pc:docMk/>
            <pc:sldMk cId="922843617" sldId="268"/>
            <ac:spMk id="13" creationId="{FD1CD1E0-0CFA-3574-502C-4441339A394F}"/>
          </ac:spMkLst>
        </pc:spChg>
        <pc:spChg chg="add mod">
          <ac:chgData name="泰弘 仲山" userId="857b4835f3abfbd8" providerId="LiveId" clId="{1719127F-B280-47D0-B899-2028F4F2809D}" dt="2025-12-23T13:34:27.461" v="2662" actId="164"/>
          <ac:spMkLst>
            <pc:docMk/>
            <pc:sldMk cId="922843617" sldId="268"/>
            <ac:spMk id="14" creationId="{8D5D7A74-96D4-9D16-7439-B031BDFFFB24}"/>
          </ac:spMkLst>
        </pc:spChg>
        <pc:spChg chg="add mod">
          <ac:chgData name="泰弘 仲山" userId="857b4835f3abfbd8" providerId="LiveId" clId="{1719127F-B280-47D0-B899-2028F4F2809D}" dt="2025-12-23T13:34:27.461" v="2662" actId="164"/>
          <ac:spMkLst>
            <pc:docMk/>
            <pc:sldMk cId="922843617" sldId="268"/>
            <ac:spMk id="15" creationId="{95A5709C-57F0-073F-A9C1-C8879175286E}"/>
          </ac:spMkLst>
        </pc:spChg>
        <pc:spChg chg="add mod">
          <ac:chgData name="泰弘 仲山" userId="857b4835f3abfbd8" providerId="LiveId" clId="{1719127F-B280-47D0-B899-2028F4F2809D}" dt="2025-12-23T13:33:00.397" v="2633" actId="571"/>
          <ac:spMkLst>
            <pc:docMk/>
            <pc:sldMk cId="922843617" sldId="268"/>
            <ac:spMk id="16" creationId="{1FED7D24-429D-AE9A-E28D-D07E871FB91C}"/>
          </ac:spMkLst>
        </pc:spChg>
        <pc:spChg chg="add mod">
          <ac:chgData name="泰弘 仲山" userId="857b4835f3abfbd8" providerId="LiveId" clId="{1719127F-B280-47D0-B899-2028F4F2809D}" dt="2025-12-24T15:39:00.141" v="8395" actId="20577"/>
          <ac:spMkLst>
            <pc:docMk/>
            <pc:sldMk cId="922843617" sldId="268"/>
            <ac:spMk id="16" creationId="{A8B070EB-683C-4A45-6A7E-DFB83A17644B}"/>
          </ac:spMkLst>
        </pc:spChg>
        <pc:grpChg chg="add mod">
          <ac:chgData name="泰弘 仲山" userId="857b4835f3abfbd8" providerId="LiveId" clId="{1719127F-B280-47D0-B899-2028F4F2809D}" dt="2025-12-23T15:23:02.499" v="3099" actId="1076"/>
          <ac:grpSpMkLst>
            <pc:docMk/>
            <pc:sldMk cId="922843617" sldId="268"/>
            <ac:grpSpMk id="21" creationId="{E07D5504-52F3-3E48-1F15-0CC40F978C63}"/>
          </ac:grpSpMkLst>
        </pc:grpChg>
        <pc:picChg chg="add mod">
          <ac:chgData name="泰弘 仲山" userId="857b4835f3abfbd8" providerId="LiveId" clId="{1719127F-B280-47D0-B899-2028F4F2809D}" dt="2025-12-23T13:35:51.056" v="2684" actId="1076"/>
          <ac:picMkLst>
            <pc:docMk/>
            <pc:sldMk cId="922843617" sldId="268"/>
            <ac:picMk id="5" creationId="{69E75E6B-AB24-76DC-67B9-D2DD5220C3FD}"/>
          </ac:picMkLst>
        </pc:picChg>
        <pc:picChg chg="add mod">
          <ac:chgData name="泰弘 仲山" userId="857b4835f3abfbd8" providerId="LiveId" clId="{1719127F-B280-47D0-B899-2028F4F2809D}" dt="2025-12-24T15:39:23.174" v="8400" actId="1076"/>
          <ac:picMkLst>
            <pc:docMk/>
            <pc:sldMk cId="922843617" sldId="268"/>
            <ac:picMk id="6" creationId="{A8470AE1-8371-59CA-D503-A903381931AB}"/>
          </ac:picMkLst>
        </pc:picChg>
        <pc:picChg chg="add mod">
          <ac:chgData name="泰弘 仲山" userId="857b4835f3abfbd8" providerId="LiveId" clId="{1719127F-B280-47D0-B899-2028F4F2809D}" dt="2025-12-23T16:47:21.210" v="5443" actId="1076"/>
          <ac:picMkLst>
            <pc:docMk/>
            <pc:sldMk cId="922843617" sldId="268"/>
            <ac:picMk id="7" creationId="{DDCE6A7E-AC33-4C21-4D4D-C818651C6624}"/>
          </ac:picMkLst>
        </pc:picChg>
        <pc:picChg chg="add mod">
          <ac:chgData name="泰弘 仲山" userId="857b4835f3abfbd8" providerId="LiveId" clId="{1719127F-B280-47D0-B899-2028F4F2809D}" dt="2025-12-24T15:39:21.127" v="8399" actId="14100"/>
          <ac:picMkLst>
            <pc:docMk/>
            <pc:sldMk cId="922843617" sldId="268"/>
            <ac:picMk id="18" creationId="{40B1683D-CEB2-B26D-404B-E784B921446B}"/>
          </ac:picMkLst>
        </pc:picChg>
        <pc:cxnChg chg="add del mod">
          <ac:chgData name="泰弘 仲山" userId="857b4835f3abfbd8" providerId="LiveId" clId="{1719127F-B280-47D0-B899-2028F4F2809D}" dt="2025-12-23T13:33:43.741" v="2652" actId="478"/>
          <ac:cxnSpMkLst>
            <pc:docMk/>
            <pc:sldMk cId="922843617" sldId="268"/>
            <ac:cxnSpMk id="18" creationId="{C5FB3F65-C201-41A2-EAA9-63C9E014E3BA}"/>
          </ac:cxnSpMkLst>
        </pc:cxnChg>
      </pc:sldChg>
      <pc:sldChg chg="addSp delSp modSp new mod">
        <pc:chgData name="泰弘 仲山" userId="857b4835f3abfbd8" providerId="LiveId" clId="{1719127F-B280-47D0-B899-2028F4F2809D}" dt="2025-12-23T16:10:12.864" v="4291" actId="20577"/>
        <pc:sldMkLst>
          <pc:docMk/>
          <pc:sldMk cId="4272711898" sldId="269"/>
        </pc:sldMkLst>
        <pc:spChg chg="mod">
          <ac:chgData name="泰弘 仲山" userId="857b4835f3abfbd8" providerId="LiveId" clId="{1719127F-B280-47D0-B899-2028F4F2809D}" dt="2025-12-23T14:24:21.309" v="2935" actId="20577"/>
          <ac:spMkLst>
            <pc:docMk/>
            <pc:sldMk cId="4272711898" sldId="269"/>
            <ac:spMk id="2" creationId="{770B499C-5F1E-1895-80CC-E139CB6DDDF3}"/>
          </ac:spMkLst>
        </pc:spChg>
        <pc:spChg chg="del">
          <ac:chgData name="泰弘 仲山" userId="857b4835f3abfbd8" providerId="LiveId" clId="{1719127F-B280-47D0-B899-2028F4F2809D}" dt="2025-12-23T14:24:42.117" v="2949" actId="478"/>
          <ac:spMkLst>
            <pc:docMk/>
            <pc:sldMk cId="4272711898" sldId="269"/>
            <ac:spMk id="3" creationId="{3581FF56-4749-9BCB-D34C-BDD7CC1734BD}"/>
          </ac:spMkLst>
        </pc:spChg>
        <pc:spChg chg="add mod">
          <ac:chgData name="泰弘 仲山" userId="857b4835f3abfbd8" providerId="LiveId" clId="{1719127F-B280-47D0-B899-2028F4F2809D}" dt="2025-12-23T16:10:12.864" v="4291" actId="20577"/>
          <ac:spMkLst>
            <pc:docMk/>
            <pc:sldMk cId="4272711898" sldId="269"/>
            <ac:spMk id="7" creationId="{D92D3E6B-0106-D0EE-B227-E2B438C2E691}"/>
          </ac:spMkLst>
        </pc:spChg>
        <pc:picChg chg="add mod">
          <ac:chgData name="泰弘 仲山" userId="857b4835f3abfbd8" providerId="LiveId" clId="{1719127F-B280-47D0-B899-2028F4F2809D}" dt="2025-12-23T16:08:41.369" v="4169" actId="1076"/>
          <ac:picMkLst>
            <pc:docMk/>
            <pc:sldMk cId="4272711898" sldId="269"/>
            <ac:picMk id="6" creationId="{133D9BA8-A29E-8B6F-0AD5-6D02810CEDDC}"/>
          </ac:picMkLst>
        </pc:picChg>
      </pc:sldChg>
      <pc:sldChg chg="addSp delSp modSp new mod">
        <pc:chgData name="泰弘 仲山" userId="857b4835f3abfbd8" providerId="LiveId" clId="{1719127F-B280-47D0-B899-2028F4F2809D}" dt="2025-12-23T16:10:26.579" v="4295" actId="1076"/>
        <pc:sldMkLst>
          <pc:docMk/>
          <pc:sldMk cId="357583499" sldId="270"/>
        </pc:sldMkLst>
        <pc:spChg chg="mod">
          <ac:chgData name="泰弘 仲山" userId="857b4835f3abfbd8" providerId="LiveId" clId="{1719127F-B280-47D0-B899-2028F4F2809D}" dt="2025-12-23T14:24:31.150" v="2945" actId="20577"/>
          <ac:spMkLst>
            <pc:docMk/>
            <pc:sldMk cId="357583499" sldId="270"/>
            <ac:spMk id="2" creationId="{5FBC43D2-B5B9-FDFB-179D-6BB9C99FD956}"/>
          </ac:spMkLst>
        </pc:spChg>
        <pc:spChg chg="del">
          <ac:chgData name="泰弘 仲山" userId="857b4835f3abfbd8" providerId="LiveId" clId="{1719127F-B280-47D0-B899-2028F4F2809D}" dt="2025-12-23T14:24:37.905" v="2948" actId="478"/>
          <ac:spMkLst>
            <pc:docMk/>
            <pc:sldMk cId="357583499" sldId="270"/>
            <ac:spMk id="3" creationId="{A23F0DFD-81B3-9F2E-3564-C13309F111DD}"/>
          </ac:spMkLst>
        </pc:spChg>
        <pc:spChg chg="add mod">
          <ac:chgData name="泰弘 仲山" userId="857b4835f3abfbd8" providerId="LiveId" clId="{1719127F-B280-47D0-B899-2028F4F2809D}" dt="2025-12-23T16:10:18.215" v="4292"/>
          <ac:spMkLst>
            <pc:docMk/>
            <pc:sldMk cId="357583499" sldId="270"/>
            <ac:spMk id="7" creationId="{1E718EC2-5E92-2F4B-C8E4-24592329BB7C}"/>
          </ac:spMkLst>
        </pc:spChg>
        <pc:picChg chg="add mod">
          <ac:chgData name="泰弘 仲山" userId="857b4835f3abfbd8" providerId="LiveId" clId="{1719127F-B280-47D0-B899-2028F4F2809D}" dt="2025-12-23T16:10:26.579" v="4295" actId="1076"/>
          <ac:picMkLst>
            <pc:docMk/>
            <pc:sldMk cId="357583499" sldId="270"/>
            <ac:picMk id="6" creationId="{30FA28C8-73C2-B461-078E-B0AA6B4ADA93}"/>
          </ac:picMkLst>
        </pc:picChg>
      </pc:sldChg>
      <pc:sldChg chg="addSp delSp modSp new mod">
        <pc:chgData name="泰弘 仲山" userId="857b4835f3abfbd8" providerId="LiveId" clId="{1719127F-B280-47D0-B899-2028F4F2809D}" dt="2025-12-23T16:01:28.118" v="3872" actId="1076"/>
        <pc:sldMkLst>
          <pc:docMk/>
          <pc:sldMk cId="2645355291" sldId="271"/>
        </pc:sldMkLst>
        <pc:spChg chg="mod">
          <ac:chgData name="泰弘 仲山" userId="857b4835f3abfbd8" providerId="LiveId" clId="{1719127F-B280-47D0-B899-2028F4F2809D}" dt="2025-12-23T15:50:00.452" v="3319" actId="20577"/>
          <ac:spMkLst>
            <pc:docMk/>
            <pc:sldMk cId="2645355291" sldId="271"/>
            <ac:spMk id="2" creationId="{EA6AB3BB-143E-706F-E7ED-912C95C474E4}"/>
          </ac:spMkLst>
        </pc:spChg>
        <pc:spChg chg="mod">
          <ac:chgData name="泰弘 仲山" userId="857b4835f3abfbd8" providerId="LiveId" clId="{1719127F-B280-47D0-B899-2028F4F2809D}" dt="2025-12-23T15:53:16.835" v="3537" actId="20577"/>
          <ac:spMkLst>
            <pc:docMk/>
            <pc:sldMk cId="2645355291" sldId="271"/>
            <ac:spMk id="3" creationId="{3E830AD8-727F-ECEB-876D-BC6DE60E6D66}"/>
          </ac:spMkLst>
        </pc:spChg>
        <pc:spChg chg="add mod">
          <ac:chgData name="泰弘 仲山" userId="857b4835f3abfbd8" providerId="LiveId" clId="{1719127F-B280-47D0-B899-2028F4F2809D}" dt="2025-12-23T15:51:33.930" v="3364" actId="1076"/>
          <ac:spMkLst>
            <pc:docMk/>
            <pc:sldMk cId="2645355291" sldId="271"/>
            <ac:spMk id="9" creationId="{A3FBE09B-E94E-8217-991E-D5F5EEB3583A}"/>
          </ac:spMkLst>
        </pc:spChg>
        <pc:spChg chg="add mod">
          <ac:chgData name="泰弘 仲山" userId="857b4835f3abfbd8" providerId="LiveId" clId="{1719127F-B280-47D0-B899-2028F4F2809D}" dt="2025-12-23T15:55:52.831" v="3674" actId="1076"/>
          <ac:spMkLst>
            <pc:docMk/>
            <pc:sldMk cId="2645355291" sldId="271"/>
            <ac:spMk id="16" creationId="{A44D0C5B-5FE0-9B5E-3CD7-5649691781A7}"/>
          </ac:spMkLst>
        </pc:spChg>
        <pc:spChg chg="add mod">
          <ac:chgData name="泰弘 仲山" userId="857b4835f3abfbd8" providerId="LiveId" clId="{1719127F-B280-47D0-B899-2028F4F2809D}" dt="2025-12-23T15:56:28.611" v="3722" actId="20577"/>
          <ac:spMkLst>
            <pc:docMk/>
            <pc:sldMk cId="2645355291" sldId="271"/>
            <ac:spMk id="17" creationId="{26CA5998-0852-5BA4-99DD-262D0D9E9C1B}"/>
          </ac:spMkLst>
        </pc:spChg>
        <pc:spChg chg="add mod">
          <ac:chgData name="泰弘 仲山" userId="857b4835f3abfbd8" providerId="LiveId" clId="{1719127F-B280-47D0-B899-2028F4F2809D}" dt="2025-12-23T15:56:26.079" v="3720" actId="20577"/>
          <ac:spMkLst>
            <pc:docMk/>
            <pc:sldMk cId="2645355291" sldId="271"/>
            <ac:spMk id="18" creationId="{391EDB02-5AE7-896C-1C6C-B5EE96D87D15}"/>
          </ac:spMkLst>
        </pc:spChg>
        <pc:picChg chg="add del mod">
          <ac:chgData name="泰弘 仲山" userId="857b4835f3abfbd8" providerId="LiveId" clId="{1719127F-B280-47D0-B899-2028F4F2809D}" dt="2025-12-23T15:55:07.973" v="3614" actId="21"/>
          <ac:picMkLst>
            <pc:docMk/>
            <pc:sldMk cId="2645355291" sldId="271"/>
            <ac:picMk id="5" creationId="{D8739895-0809-BD45-6592-7F8C33178D51}"/>
          </ac:picMkLst>
        </pc:picChg>
        <pc:picChg chg="add del mod">
          <ac:chgData name="泰弘 仲山" userId="857b4835f3abfbd8" providerId="LiveId" clId="{1719127F-B280-47D0-B899-2028F4F2809D}" dt="2025-12-23T15:54:59.573" v="3610" actId="21"/>
          <ac:picMkLst>
            <pc:docMk/>
            <pc:sldMk cId="2645355291" sldId="271"/>
            <ac:picMk id="7" creationId="{C203166C-C7E4-6747-D263-679D450CE387}"/>
          </ac:picMkLst>
        </pc:picChg>
        <pc:picChg chg="add mod">
          <ac:chgData name="泰弘 仲山" userId="857b4835f3abfbd8" providerId="LiveId" clId="{1719127F-B280-47D0-B899-2028F4F2809D}" dt="2025-12-23T15:50:59.269" v="3331" actId="1076"/>
          <ac:picMkLst>
            <pc:docMk/>
            <pc:sldMk cId="2645355291" sldId="271"/>
            <ac:picMk id="8" creationId="{1F50C33D-AB40-1648-459A-30FB3C1068FE}"/>
          </ac:picMkLst>
        </pc:picChg>
        <pc:picChg chg="add mod">
          <ac:chgData name="泰弘 仲山" userId="857b4835f3abfbd8" providerId="LiveId" clId="{1719127F-B280-47D0-B899-2028F4F2809D}" dt="2025-12-23T15:52:10.553" v="3425" actId="1076"/>
          <ac:picMkLst>
            <pc:docMk/>
            <pc:sldMk cId="2645355291" sldId="271"/>
            <ac:picMk id="11" creationId="{57B15DDE-6B50-AD69-B9E8-5357A480DF00}"/>
          </ac:picMkLst>
        </pc:picChg>
        <pc:picChg chg="add mod">
          <ac:chgData name="泰弘 仲山" userId="857b4835f3abfbd8" providerId="LiveId" clId="{1719127F-B280-47D0-B899-2028F4F2809D}" dt="2025-12-23T15:53:37.242" v="3540" actId="14100"/>
          <ac:picMkLst>
            <pc:docMk/>
            <pc:sldMk cId="2645355291" sldId="271"/>
            <ac:picMk id="13" creationId="{678119E4-E503-4B93-53EC-274DFF132F6E}"/>
          </ac:picMkLst>
        </pc:picChg>
        <pc:picChg chg="add mod">
          <ac:chgData name="泰弘 仲山" userId="857b4835f3abfbd8" providerId="LiveId" clId="{1719127F-B280-47D0-B899-2028F4F2809D}" dt="2025-12-23T15:54:56.301" v="3609" actId="1076"/>
          <ac:picMkLst>
            <pc:docMk/>
            <pc:sldMk cId="2645355291" sldId="271"/>
            <ac:picMk id="15" creationId="{207FD787-7890-2CF3-470F-9CDC92905A7A}"/>
          </ac:picMkLst>
        </pc:picChg>
        <pc:picChg chg="add del mod">
          <ac:chgData name="泰弘 仲山" userId="857b4835f3abfbd8" providerId="LiveId" clId="{1719127F-B280-47D0-B899-2028F4F2809D}" dt="2025-12-23T16:01:07.939" v="3866" actId="478"/>
          <ac:picMkLst>
            <pc:docMk/>
            <pc:sldMk cId="2645355291" sldId="271"/>
            <ac:picMk id="20" creationId="{52F88BFD-1DBA-9598-90AE-A3EA1F979363}"/>
          </ac:picMkLst>
        </pc:picChg>
        <pc:picChg chg="add mod">
          <ac:chgData name="泰弘 仲山" userId="857b4835f3abfbd8" providerId="LiveId" clId="{1719127F-B280-47D0-B899-2028F4F2809D}" dt="2025-12-23T16:01:28.118" v="3872" actId="1076"/>
          <ac:picMkLst>
            <pc:docMk/>
            <pc:sldMk cId="2645355291" sldId="271"/>
            <ac:picMk id="22" creationId="{6CFF788D-99DC-B85C-E7BB-4FC6C87C2A31}"/>
          </ac:picMkLst>
        </pc:picChg>
      </pc:sldChg>
      <pc:sldChg chg="addSp delSp modSp new mod">
        <pc:chgData name="泰弘 仲山" userId="857b4835f3abfbd8" providerId="LiveId" clId="{1719127F-B280-47D0-B899-2028F4F2809D}" dt="2025-12-23T16:03:47.282" v="3983" actId="20577"/>
        <pc:sldMkLst>
          <pc:docMk/>
          <pc:sldMk cId="3130016543" sldId="272"/>
        </pc:sldMkLst>
        <pc:spChg chg="mod">
          <ac:chgData name="泰弘 仲山" userId="857b4835f3abfbd8" providerId="LiveId" clId="{1719127F-B280-47D0-B899-2028F4F2809D}" dt="2025-12-23T15:53:52.964" v="3545" actId="20577"/>
          <ac:spMkLst>
            <pc:docMk/>
            <pc:sldMk cId="3130016543" sldId="272"/>
            <ac:spMk id="2" creationId="{78FD5C15-A57E-D0B4-B2FC-597548356A14}"/>
          </ac:spMkLst>
        </pc:spChg>
        <pc:spChg chg="mod">
          <ac:chgData name="泰弘 仲山" userId="857b4835f3abfbd8" providerId="LiveId" clId="{1719127F-B280-47D0-B899-2028F4F2809D}" dt="2025-12-23T16:03:47.282" v="3983" actId="20577"/>
          <ac:spMkLst>
            <pc:docMk/>
            <pc:sldMk cId="3130016543" sldId="272"/>
            <ac:spMk id="3" creationId="{AB295FF6-595E-0ACA-71B9-F717979D5428}"/>
          </ac:spMkLst>
        </pc:spChg>
        <pc:picChg chg="add mod">
          <ac:chgData name="泰弘 仲山" userId="857b4835f3abfbd8" providerId="LiveId" clId="{1719127F-B280-47D0-B899-2028F4F2809D}" dt="2025-12-23T15:57:18.249" v="3753" actId="1076"/>
          <ac:picMkLst>
            <pc:docMk/>
            <pc:sldMk cId="3130016543" sldId="272"/>
            <ac:picMk id="6" creationId="{E453CED0-E3FB-B5E3-7AC3-02A1D212A831}"/>
          </ac:picMkLst>
        </pc:picChg>
        <pc:picChg chg="add del mod">
          <ac:chgData name="泰弘 仲山" userId="857b4835f3abfbd8" providerId="LiveId" clId="{1719127F-B280-47D0-B899-2028F4F2809D}" dt="2025-12-23T15:57:06.679" v="3730" actId="478"/>
          <ac:picMkLst>
            <pc:docMk/>
            <pc:sldMk cId="3130016543" sldId="272"/>
            <ac:picMk id="7" creationId="{C203166C-C7E4-6747-D263-679D450CE387}"/>
          </ac:picMkLst>
        </pc:picChg>
        <pc:picChg chg="add del mod">
          <ac:chgData name="泰弘 仲山" userId="857b4835f3abfbd8" providerId="LiveId" clId="{1719127F-B280-47D0-B899-2028F4F2809D}" dt="2025-12-23T15:57:07.358" v="3731" actId="478"/>
          <ac:picMkLst>
            <pc:docMk/>
            <pc:sldMk cId="3130016543" sldId="272"/>
            <ac:picMk id="8" creationId="{D8739895-0809-BD45-6592-7F8C33178D51}"/>
          </ac:picMkLst>
        </pc:picChg>
        <pc:picChg chg="add mod">
          <ac:chgData name="泰弘 仲山" userId="857b4835f3abfbd8" providerId="LiveId" clId="{1719127F-B280-47D0-B899-2028F4F2809D}" dt="2025-12-23T16:03:02.874" v="3934" actId="1076"/>
          <ac:picMkLst>
            <pc:docMk/>
            <pc:sldMk cId="3130016543" sldId="272"/>
            <ac:picMk id="10" creationId="{9D1CEB42-E94D-2589-53BD-FF7DFB82BD9F}"/>
          </ac:picMkLst>
        </pc:picChg>
        <pc:picChg chg="add mod">
          <ac:chgData name="泰弘 仲山" userId="857b4835f3abfbd8" providerId="LiveId" clId="{1719127F-B280-47D0-B899-2028F4F2809D}" dt="2025-12-23T16:03:03.993" v="3935" actId="1076"/>
          <ac:picMkLst>
            <pc:docMk/>
            <pc:sldMk cId="3130016543" sldId="272"/>
            <ac:picMk id="12" creationId="{22DC4676-ABF7-6B35-C8FB-CB249B1AC12A}"/>
          </ac:picMkLst>
        </pc:picChg>
        <pc:picChg chg="add mod">
          <ac:chgData name="泰弘 仲山" userId="857b4835f3abfbd8" providerId="LiveId" clId="{1719127F-B280-47D0-B899-2028F4F2809D}" dt="2025-12-23T16:03:25.306" v="3944" actId="1076"/>
          <ac:picMkLst>
            <pc:docMk/>
            <pc:sldMk cId="3130016543" sldId="272"/>
            <ac:picMk id="14" creationId="{A420F885-CCA9-2C9A-F537-23C49F3FE75F}"/>
          </ac:picMkLst>
        </pc:picChg>
      </pc:sldChg>
      <pc:sldChg chg="addSp modSp new mod">
        <pc:chgData name="泰弘 仲山" userId="857b4835f3abfbd8" providerId="LiveId" clId="{1719127F-B280-47D0-B899-2028F4F2809D}" dt="2025-12-23T16:06:19.273" v="4167" actId="1076"/>
        <pc:sldMkLst>
          <pc:docMk/>
          <pc:sldMk cId="962702644" sldId="273"/>
        </pc:sldMkLst>
        <pc:spChg chg="mod">
          <ac:chgData name="泰弘 仲山" userId="857b4835f3abfbd8" providerId="LiveId" clId="{1719127F-B280-47D0-B899-2028F4F2809D}" dt="2025-12-23T16:04:00.389" v="3988" actId="20577"/>
          <ac:spMkLst>
            <pc:docMk/>
            <pc:sldMk cId="962702644" sldId="273"/>
            <ac:spMk id="2" creationId="{488C3D1C-BB8A-CA6A-5605-C9D55E0DC961}"/>
          </ac:spMkLst>
        </pc:spChg>
        <pc:spChg chg="mod">
          <ac:chgData name="泰弘 仲山" userId="857b4835f3abfbd8" providerId="LiveId" clId="{1719127F-B280-47D0-B899-2028F4F2809D}" dt="2025-12-23T16:06:16.772" v="4166" actId="20577"/>
          <ac:spMkLst>
            <pc:docMk/>
            <pc:sldMk cId="962702644" sldId="273"/>
            <ac:spMk id="3" creationId="{353F7E5E-EC34-6FB7-02E5-FF8772C92818}"/>
          </ac:spMkLst>
        </pc:spChg>
        <pc:picChg chg="add mod">
          <ac:chgData name="泰弘 仲山" userId="857b4835f3abfbd8" providerId="LiveId" clId="{1719127F-B280-47D0-B899-2028F4F2809D}" dt="2025-12-23T16:05:23.706" v="4072" actId="1076"/>
          <ac:picMkLst>
            <pc:docMk/>
            <pc:sldMk cId="962702644" sldId="273"/>
            <ac:picMk id="6" creationId="{DC485340-F31D-FB53-7194-30775854225A}"/>
          </ac:picMkLst>
        </pc:picChg>
        <pc:picChg chg="add mod">
          <ac:chgData name="泰弘 仲山" userId="857b4835f3abfbd8" providerId="LiveId" clId="{1719127F-B280-47D0-B899-2028F4F2809D}" dt="2025-12-23T16:06:19.273" v="4167" actId="1076"/>
          <ac:picMkLst>
            <pc:docMk/>
            <pc:sldMk cId="962702644" sldId="273"/>
            <ac:picMk id="8" creationId="{3ED007BF-E008-2AD3-2450-05D53EE6CBB5}"/>
          </ac:picMkLst>
        </pc:picChg>
        <pc:picChg chg="add mod">
          <ac:chgData name="泰弘 仲山" userId="857b4835f3abfbd8" providerId="LiveId" clId="{1719127F-B280-47D0-B899-2028F4F2809D}" dt="2025-12-23T16:05:43.966" v="4076" actId="1076"/>
          <ac:picMkLst>
            <pc:docMk/>
            <pc:sldMk cId="962702644" sldId="273"/>
            <ac:picMk id="10" creationId="{AFC9EAC8-E16C-7570-FA6D-2EB5468454CD}"/>
          </ac:picMkLst>
        </pc:picChg>
      </pc:sldChg>
      <pc:sldChg chg="addSp modSp new mod">
        <pc:chgData name="泰弘 仲山" userId="857b4835f3abfbd8" providerId="LiveId" clId="{1719127F-B280-47D0-B899-2028F4F2809D}" dt="2025-12-23T17:05:14.491" v="5949" actId="1076"/>
        <pc:sldMkLst>
          <pc:docMk/>
          <pc:sldMk cId="1356709482" sldId="274"/>
        </pc:sldMkLst>
        <pc:spChg chg="mod">
          <ac:chgData name="泰弘 仲山" userId="857b4835f3abfbd8" providerId="LiveId" clId="{1719127F-B280-47D0-B899-2028F4F2809D}" dt="2025-12-23T16:15:30.470" v="4320" actId="20577"/>
          <ac:spMkLst>
            <pc:docMk/>
            <pc:sldMk cId="1356709482" sldId="274"/>
            <ac:spMk id="2" creationId="{19903810-D175-9CA7-C96E-8A2B1C0E3061}"/>
          </ac:spMkLst>
        </pc:spChg>
        <pc:spChg chg="mod">
          <ac:chgData name="泰弘 仲山" userId="857b4835f3abfbd8" providerId="LiveId" clId="{1719127F-B280-47D0-B899-2028F4F2809D}" dt="2025-12-23T17:04:33.927" v="5900" actId="20577"/>
          <ac:spMkLst>
            <pc:docMk/>
            <pc:sldMk cId="1356709482" sldId="274"/>
            <ac:spMk id="3" creationId="{D72F93CB-DDCB-2D9E-2261-7D736BEE5D39}"/>
          </ac:spMkLst>
        </pc:spChg>
        <pc:spChg chg="add mod">
          <ac:chgData name="泰弘 仲山" userId="857b4835f3abfbd8" providerId="LiveId" clId="{1719127F-B280-47D0-B899-2028F4F2809D}" dt="2025-12-23T17:05:02.780" v="5947" actId="947"/>
          <ac:spMkLst>
            <pc:docMk/>
            <pc:sldMk cId="1356709482" sldId="274"/>
            <ac:spMk id="17" creationId="{979869A5-0071-D2E9-3410-5693AACC9A47}"/>
          </ac:spMkLst>
        </pc:spChg>
        <pc:picChg chg="add mod">
          <ac:chgData name="泰弘 仲山" userId="857b4835f3abfbd8" providerId="LiveId" clId="{1719127F-B280-47D0-B899-2028F4F2809D}" dt="2025-12-23T16:31:28.250" v="4623" actId="14100"/>
          <ac:picMkLst>
            <pc:docMk/>
            <pc:sldMk cId="1356709482" sldId="274"/>
            <ac:picMk id="6" creationId="{CE8DEF20-824D-3DA2-608D-378FEFA8C676}"/>
          </ac:picMkLst>
        </pc:picChg>
        <pc:picChg chg="add mod">
          <ac:chgData name="泰弘 仲山" userId="857b4835f3abfbd8" providerId="LiveId" clId="{1719127F-B280-47D0-B899-2028F4F2809D}" dt="2025-12-23T16:31:29.393" v="4624" actId="1076"/>
          <ac:picMkLst>
            <pc:docMk/>
            <pc:sldMk cId="1356709482" sldId="274"/>
            <ac:picMk id="8" creationId="{B05F31EE-FD1A-E1D7-1701-9EF286BCFF95}"/>
          </ac:picMkLst>
        </pc:picChg>
        <pc:picChg chg="add mod">
          <ac:chgData name="泰弘 仲山" userId="857b4835f3abfbd8" providerId="LiveId" clId="{1719127F-B280-47D0-B899-2028F4F2809D}" dt="2025-12-23T17:05:14.491" v="5949" actId="1076"/>
          <ac:picMkLst>
            <pc:docMk/>
            <pc:sldMk cId="1356709482" sldId="274"/>
            <ac:picMk id="10" creationId="{4DDA1644-B8EA-B90D-B492-B4A31C0BC04F}"/>
          </ac:picMkLst>
        </pc:picChg>
        <pc:picChg chg="add mod">
          <ac:chgData name="泰弘 仲山" userId="857b4835f3abfbd8" providerId="LiveId" clId="{1719127F-B280-47D0-B899-2028F4F2809D}" dt="2025-12-23T17:05:11.650" v="5948" actId="1076"/>
          <ac:picMkLst>
            <pc:docMk/>
            <pc:sldMk cId="1356709482" sldId="274"/>
            <ac:picMk id="12" creationId="{C3A0E2B7-F0B7-DE42-5082-845CFE7E60C4}"/>
          </ac:picMkLst>
        </pc:picChg>
        <pc:picChg chg="add mod">
          <ac:chgData name="泰弘 仲山" userId="857b4835f3abfbd8" providerId="LiveId" clId="{1719127F-B280-47D0-B899-2028F4F2809D}" dt="2025-12-23T17:04:29.038" v="5897" actId="1076"/>
          <ac:picMkLst>
            <pc:docMk/>
            <pc:sldMk cId="1356709482" sldId="274"/>
            <ac:picMk id="14" creationId="{58BE8206-2B79-F49D-539A-07D3ACBCA675}"/>
          </ac:picMkLst>
        </pc:picChg>
        <pc:picChg chg="add mod">
          <ac:chgData name="泰弘 仲山" userId="857b4835f3abfbd8" providerId="LiveId" clId="{1719127F-B280-47D0-B899-2028F4F2809D}" dt="2025-12-23T17:04:30.543" v="5898" actId="1076"/>
          <ac:picMkLst>
            <pc:docMk/>
            <pc:sldMk cId="1356709482" sldId="274"/>
            <ac:picMk id="16" creationId="{A9805400-CFB6-07B2-3C64-09CBAB2503DA}"/>
          </ac:picMkLst>
        </pc:picChg>
      </pc:sldChg>
      <pc:sldChg chg="addSp delSp modSp new mod">
        <pc:chgData name="泰弘 仲山" userId="857b4835f3abfbd8" providerId="LiveId" clId="{1719127F-B280-47D0-B899-2028F4F2809D}" dt="2025-12-23T16:48:03.751" v="5444" actId="14100"/>
        <pc:sldMkLst>
          <pc:docMk/>
          <pc:sldMk cId="2422407829" sldId="275"/>
        </pc:sldMkLst>
        <pc:spChg chg="mod">
          <ac:chgData name="泰弘 仲山" userId="857b4835f3abfbd8" providerId="LiveId" clId="{1719127F-B280-47D0-B899-2028F4F2809D}" dt="2025-12-23T16:18:19.394" v="4371" actId="20577"/>
          <ac:spMkLst>
            <pc:docMk/>
            <pc:sldMk cId="2422407829" sldId="275"/>
            <ac:spMk id="2" creationId="{22F52F33-4713-0135-0A39-B36E366AF7CF}"/>
          </ac:spMkLst>
        </pc:spChg>
        <pc:spChg chg="del">
          <ac:chgData name="泰弘 仲山" userId="857b4835f3abfbd8" providerId="LiveId" clId="{1719127F-B280-47D0-B899-2028F4F2809D}" dt="2025-12-23T16:18:02.800" v="4350" actId="478"/>
          <ac:spMkLst>
            <pc:docMk/>
            <pc:sldMk cId="2422407829" sldId="275"/>
            <ac:spMk id="3" creationId="{210A4677-63AD-45F1-36A8-E18B26CAE5DB}"/>
          </ac:spMkLst>
        </pc:spChg>
        <pc:picChg chg="add mod">
          <ac:chgData name="泰弘 仲山" userId="857b4835f3abfbd8" providerId="LiveId" clId="{1719127F-B280-47D0-B899-2028F4F2809D}" dt="2025-12-23T16:24:19.739" v="4374" actId="1076"/>
          <ac:picMkLst>
            <pc:docMk/>
            <pc:sldMk cId="2422407829" sldId="275"/>
            <ac:picMk id="6" creationId="{BF790AA1-0BCF-F755-DC7D-A31F81E2B2E0}"/>
          </ac:picMkLst>
        </pc:picChg>
        <pc:picChg chg="add mod">
          <ac:chgData name="泰弘 仲山" userId="857b4835f3abfbd8" providerId="LiveId" clId="{1719127F-B280-47D0-B899-2028F4F2809D}" dt="2025-12-23T16:24:21.762" v="4375" actId="1076"/>
          <ac:picMkLst>
            <pc:docMk/>
            <pc:sldMk cId="2422407829" sldId="275"/>
            <ac:picMk id="8" creationId="{4FE31CB1-0432-B82F-451A-26154FCC2F9B}"/>
          </ac:picMkLst>
        </pc:picChg>
        <pc:picChg chg="add mod">
          <ac:chgData name="泰弘 仲山" userId="857b4835f3abfbd8" providerId="LiveId" clId="{1719127F-B280-47D0-B899-2028F4F2809D}" dt="2025-12-23T16:48:03.751" v="5444" actId="14100"/>
          <ac:picMkLst>
            <pc:docMk/>
            <pc:sldMk cId="2422407829" sldId="275"/>
            <ac:picMk id="10" creationId="{BC80F189-85E7-A572-4B76-8D27E6A7FFFB}"/>
          </ac:picMkLst>
        </pc:picChg>
      </pc:sldChg>
      <pc:sldChg chg="addSp modSp new mod">
        <pc:chgData name="泰弘 仲山" userId="857b4835f3abfbd8" providerId="LiveId" clId="{1719127F-B280-47D0-B899-2028F4F2809D}" dt="2025-12-23T16:48:33.538" v="5521" actId="20577"/>
        <pc:sldMkLst>
          <pc:docMk/>
          <pc:sldMk cId="2225524408" sldId="276"/>
        </pc:sldMkLst>
        <pc:spChg chg="mod">
          <ac:chgData name="泰弘 仲山" userId="857b4835f3abfbd8" providerId="LiveId" clId="{1719127F-B280-47D0-B899-2028F4F2809D}" dt="2025-12-23T16:48:14.179" v="5466" actId="20577"/>
          <ac:spMkLst>
            <pc:docMk/>
            <pc:sldMk cId="2225524408" sldId="276"/>
            <ac:spMk id="2" creationId="{9C8B52D3-9976-87E4-D2A5-FF0846D8AD3F}"/>
          </ac:spMkLst>
        </pc:spChg>
        <pc:spChg chg="mod">
          <ac:chgData name="泰弘 仲山" userId="857b4835f3abfbd8" providerId="LiveId" clId="{1719127F-B280-47D0-B899-2028F4F2809D}" dt="2025-12-23T16:48:33.538" v="5521" actId="20577"/>
          <ac:spMkLst>
            <pc:docMk/>
            <pc:sldMk cId="2225524408" sldId="276"/>
            <ac:spMk id="3" creationId="{D5582F09-B2FE-589A-DAE0-C327F76D3AD0}"/>
          </ac:spMkLst>
        </pc:spChg>
        <pc:picChg chg="add mod">
          <ac:chgData name="泰弘 仲山" userId="857b4835f3abfbd8" providerId="LiveId" clId="{1719127F-B280-47D0-B899-2028F4F2809D}" dt="2025-12-23T16:40:17.315" v="4776" actId="14100"/>
          <ac:picMkLst>
            <pc:docMk/>
            <pc:sldMk cId="2225524408" sldId="276"/>
            <ac:picMk id="6" creationId="{6EE9AFBB-3D35-1BD4-3A5B-9FEA11E8D8C8}"/>
          </ac:picMkLst>
        </pc:picChg>
        <pc:picChg chg="add mod">
          <ac:chgData name="泰弘 仲山" userId="857b4835f3abfbd8" providerId="LiveId" clId="{1719127F-B280-47D0-B899-2028F4F2809D}" dt="2025-12-23T16:40:20.829" v="4778" actId="14100"/>
          <ac:picMkLst>
            <pc:docMk/>
            <pc:sldMk cId="2225524408" sldId="276"/>
            <ac:picMk id="8" creationId="{9099C1F4-9FB3-2F38-E88F-AFB46097BBC6}"/>
          </ac:picMkLst>
        </pc:picChg>
      </pc:sldChg>
      <pc:sldChg chg="addSp delSp modSp new mod ord">
        <pc:chgData name="泰弘 仲山" userId="857b4835f3abfbd8" providerId="LiveId" clId="{1719127F-B280-47D0-B899-2028F4F2809D}" dt="2025-12-23T16:59:44.292" v="5735" actId="20577"/>
        <pc:sldMkLst>
          <pc:docMk/>
          <pc:sldMk cId="1703536420" sldId="277"/>
        </pc:sldMkLst>
        <pc:spChg chg="mod">
          <ac:chgData name="泰弘 仲山" userId="857b4835f3abfbd8" providerId="LiveId" clId="{1719127F-B280-47D0-B899-2028F4F2809D}" dt="2025-12-23T16:59:44.292" v="5735" actId="20577"/>
          <ac:spMkLst>
            <pc:docMk/>
            <pc:sldMk cId="1703536420" sldId="277"/>
            <ac:spMk id="2" creationId="{DE826166-EB25-0CEF-66FF-3F19E761F088}"/>
          </ac:spMkLst>
        </pc:spChg>
        <pc:spChg chg="del mod">
          <ac:chgData name="泰弘 仲山" userId="857b4835f3abfbd8" providerId="LiveId" clId="{1719127F-B280-47D0-B899-2028F4F2809D}" dt="2025-12-23T16:55:15.932" v="5563" actId="478"/>
          <ac:spMkLst>
            <pc:docMk/>
            <pc:sldMk cId="1703536420" sldId="277"/>
            <ac:spMk id="3" creationId="{41695AFE-072D-B500-A09E-1BF0EC8ED166}"/>
          </ac:spMkLst>
        </pc:spChg>
        <pc:spChg chg="add del mod">
          <ac:chgData name="泰弘 仲山" userId="857b4835f3abfbd8" providerId="LiveId" clId="{1719127F-B280-47D0-B899-2028F4F2809D}" dt="2025-12-23T16:55:51.011" v="5583" actId="478"/>
          <ac:spMkLst>
            <pc:docMk/>
            <pc:sldMk cId="1703536420" sldId="277"/>
            <ac:spMk id="14" creationId="{756C0D2B-EB15-86C7-9EF3-7B42AE21EAD7}"/>
          </ac:spMkLst>
        </pc:spChg>
        <pc:spChg chg="add mod ord">
          <ac:chgData name="泰弘 仲山" userId="857b4835f3abfbd8" providerId="LiveId" clId="{1719127F-B280-47D0-B899-2028F4F2809D}" dt="2025-12-23T16:56:15.950" v="5595" actId="1076"/>
          <ac:spMkLst>
            <pc:docMk/>
            <pc:sldMk cId="1703536420" sldId="277"/>
            <ac:spMk id="15" creationId="{CCA0F5D0-A5DF-E808-55F6-AA9268B863EB}"/>
          </ac:spMkLst>
        </pc:spChg>
        <pc:spChg chg="add mod">
          <ac:chgData name="泰弘 仲山" userId="857b4835f3abfbd8" providerId="LiveId" clId="{1719127F-B280-47D0-B899-2028F4F2809D}" dt="2025-12-23T16:56:25.514" v="5599" actId="1076"/>
          <ac:spMkLst>
            <pc:docMk/>
            <pc:sldMk cId="1703536420" sldId="277"/>
            <ac:spMk id="16" creationId="{73218452-4E04-D053-18F6-447DCA1F7F1C}"/>
          </ac:spMkLst>
        </pc:spChg>
        <pc:spChg chg="add mod">
          <ac:chgData name="泰弘 仲山" userId="857b4835f3abfbd8" providerId="LiveId" clId="{1719127F-B280-47D0-B899-2028F4F2809D}" dt="2025-12-23T16:57:12.534" v="5665" actId="1076"/>
          <ac:spMkLst>
            <pc:docMk/>
            <pc:sldMk cId="1703536420" sldId="277"/>
            <ac:spMk id="17" creationId="{2AD5D07F-3852-CBB3-30F5-37DC1A71CA2D}"/>
          </ac:spMkLst>
        </pc:spChg>
        <pc:spChg chg="add mod">
          <ac:chgData name="泰弘 仲山" userId="857b4835f3abfbd8" providerId="LiveId" clId="{1719127F-B280-47D0-B899-2028F4F2809D}" dt="2025-12-23T16:57:21.058" v="5677" actId="20577"/>
          <ac:spMkLst>
            <pc:docMk/>
            <pc:sldMk cId="1703536420" sldId="277"/>
            <ac:spMk id="18" creationId="{EA8E55BA-F864-831D-5D09-BBA2E9D8D18A}"/>
          </ac:spMkLst>
        </pc:spChg>
        <pc:picChg chg="add mod">
          <ac:chgData name="泰弘 仲山" userId="857b4835f3abfbd8" providerId="LiveId" clId="{1719127F-B280-47D0-B899-2028F4F2809D}" dt="2025-12-23T16:56:48.790" v="5607" actId="1076"/>
          <ac:picMkLst>
            <pc:docMk/>
            <pc:sldMk cId="1703536420" sldId="277"/>
            <ac:picMk id="6" creationId="{C51DF76C-D380-B4DE-4744-205F28BA6B05}"/>
          </ac:picMkLst>
        </pc:picChg>
        <pc:picChg chg="add mod">
          <ac:chgData name="泰弘 仲山" userId="857b4835f3abfbd8" providerId="LiveId" clId="{1719127F-B280-47D0-B899-2028F4F2809D}" dt="2025-12-23T16:57:34.294" v="5679" actId="1076"/>
          <ac:picMkLst>
            <pc:docMk/>
            <pc:sldMk cId="1703536420" sldId="277"/>
            <ac:picMk id="8" creationId="{5B84A33D-5AD0-0308-BB39-54686EF6258B}"/>
          </ac:picMkLst>
        </pc:picChg>
        <pc:picChg chg="add mod">
          <ac:chgData name="泰弘 仲山" userId="857b4835f3abfbd8" providerId="LiveId" clId="{1719127F-B280-47D0-B899-2028F4F2809D}" dt="2025-12-23T16:56:30.286" v="5601" actId="1076"/>
          <ac:picMkLst>
            <pc:docMk/>
            <pc:sldMk cId="1703536420" sldId="277"/>
            <ac:picMk id="10" creationId="{35639A69-24A1-41EB-A768-B3B8A74FD79A}"/>
          </ac:picMkLst>
        </pc:picChg>
        <pc:picChg chg="add mod">
          <ac:chgData name="泰弘 仲山" userId="857b4835f3abfbd8" providerId="LiveId" clId="{1719127F-B280-47D0-B899-2028F4F2809D}" dt="2025-12-23T16:57:31.230" v="5678" actId="1076"/>
          <ac:picMkLst>
            <pc:docMk/>
            <pc:sldMk cId="1703536420" sldId="277"/>
            <ac:picMk id="12" creationId="{8F775583-AF49-B5BC-36C3-C648BDB6FB39}"/>
          </ac:picMkLst>
        </pc:picChg>
      </pc:sldChg>
      <pc:sldChg chg="addSp delSp modSp new mod">
        <pc:chgData name="泰弘 仲山" userId="857b4835f3abfbd8" providerId="LiveId" clId="{1719127F-B280-47D0-B899-2028F4F2809D}" dt="2025-12-23T17:25:32.480" v="6711" actId="14100"/>
        <pc:sldMkLst>
          <pc:docMk/>
          <pc:sldMk cId="925821019" sldId="278"/>
        </pc:sldMkLst>
        <pc:spChg chg="mod">
          <ac:chgData name="泰弘 仲山" userId="857b4835f3abfbd8" providerId="LiveId" clId="{1719127F-B280-47D0-B899-2028F4F2809D}" dt="2025-12-23T17:22:00.835" v="6708" actId="20577"/>
          <ac:spMkLst>
            <pc:docMk/>
            <pc:sldMk cId="925821019" sldId="278"/>
            <ac:spMk id="2" creationId="{CB66B73E-7740-40BB-DD0A-E03F7C0DBBAB}"/>
          </ac:spMkLst>
        </pc:spChg>
        <pc:spChg chg="del">
          <ac:chgData name="泰弘 仲山" userId="857b4835f3abfbd8" providerId="LiveId" clId="{1719127F-B280-47D0-B899-2028F4F2809D}" dt="2025-12-23T17:22:09.190" v="6709" actId="478"/>
          <ac:spMkLst>
            <pc:docMk/>
            <pc:sldMk cId="925821019" sldId="278"/>
            <ac:spMk id="3" creationId="{B9F8E24B-BDC4-E118-4A20-AE5CF350DE00}"/>
          </ac:spMkLst>
        </pc:spChg>
        <pc:picChg chg="add mod">
          <ac:chgData name="泰弘 仲山" userId="857b4835f3abfbd8" providerId="LiveId" clId="{1719127F-B280-47D0-B899-2028F4F2809D}" dt="2025-12-23T17:06:52.073" v="5967" actId="1076"/>
          <ac:picMkLst>
            <pc:docMk/>
            <pc:sldMk cId="925821019" sldId="278"/>
            <ac:picMk id="6" creationId="{F46E1F51-A7B4-11C0-641E-870B75BB7536}"/>
          </ac:picMkLst>
        </pc:picChg>
        <pc:picChg chg="add mod">
          <ac:chgData name="泰弘 仲山" userId="857b4835f3abfbd8" providerId="LiveId" clId="{1719127F-B280-47D0-B899-2028F4F2809D}" dt="2025-12-23T17:06:48.841" v="5964" actId="1076"/>
          <ac:picMkLst>
            <pc:docMk/>
            <pc:sldMk cId="925821019" sldId="278"/>
            <ac:picMk id="8" creationId="{E91565CB-080D-0320-D799-7B9C0D7F902F}"/>
          </ac:picMkLst>
        </pc:picChg>
        <pc:picChg chg="add mod">
          <ac:chgData name="泰弘 仲山" userId="857b4835f3abfbd8" providerId="LiveId" clId="{1719127F-B280-47D0-B899-2028F4F2809D}" dt="2025-12-23T17:07:04.806" v="5972" actId="14100"/>
          <ac:picMkLst>
            <pc:docMk/>
            <pc:sldMk cId="925821019" sldId="278"/>
            <ac:picMk id="10" creationId="{9E07D764-388F-CB98-1B7C-9AA91883DBD4}"/>
          </ac:picMkLst>
        </pc:picChg>
        <pc:picChg chg="add mod">
          <ac:chgData name="泰弘 仲山" userId="857b4835f3abfbd8" providerId="LiveId" clId="{1719127F-B280-47D0-B899-2028F4F2809D}" dt="2025-12-23T17:25:32.480" v="6711" actId="14100"/>
          <ac:picMkLst>
            <pc:docMk/>
            <pc:sldMk cId="925821019" sldId="278"/>
            <ac:picMk id="12" creationId="{D1C02CCB-1DF2-504B-D8E7-762693BF7F6E}"/>
          </ac:picMkLst>
        </pc:picChg>
      </pc:sldChg>
      <pc:sldChg chg="addSp modSp new mod">
        <pc:chgData name="泰弘 仲山" userId="857b4835f3abfbd8" providerId="LiveId" clId="{1719127F-B280-47D0-B899-2028F4F2809D}" dt="2025-12-23T17:11:45.499" v="6177" actId="1076"/>
        <pc:sldMkLst>
          <pc:docMk/>
          <pc:sldMk cId="3838983085" sldId="279"/>
        </pc:sldMkLst>
        <pc:spChg chg="mod">
          <ac:chgData name="泰弘 仲山" userId="857b4835f3abfbd8" providerId="LiveId" clId="{1719127F-B280-47D0-B899-2028F4F2809D}" dt="2025-12-23T17:09:17.538" v="5989" actId="20577"/>
          <ac:spMkLst>
            <pc:docMk/>
            <pc:sldMk cId="3838983085" sldId="279"/>
            <ac:spMk id="2" creationId="{12F4C532-FE09-2C32-657C-8CF36D089B61}"/>
          </ac:spMkLst>
        </pc:spChg>
        <pc:spChg chg="mod">
          <ac:chgData name="泰弘 仲山" userId="857b4835f3abfbd8" providerId="LiveId" clId="{1719127F-B280-47D0-B899-2028F4F2809D}" dt="2025-12-23T17:11:37.170" v="6174" actId="20577"/>
          <ac:spMkLst>
            <pc:docMk/>
            <pc:sldMk cId="3838983085" sldId="279"/>
            <ac:spMk id="3" creationId="{EC54CC29-7CB5-9408-141B-D470A7B2E310}"/>
          </ac:spMkLst>
        </pc:spChg>
        <pc:picChg chg="add mod">
          <ac:chgData name="泰弘 仲山" userId="857b4835f3abfbd8" providerId="LiveId" clId="{1719127F-B280-47D0-B899-2028F4F2809D}" dt="2025-12-23T17:11:40.570" v="6175" actId="1076"/>
          <ac:picMkLst>
            <pc:docMk/>
            <pc:sldMk cId="3838983085" sldId="279"/>
            <ac:picMk id="6" creationId="{7AF2C745-3240-5EEC-3451-4F7AE85D66E0}"/>
          </ac:picMkLst>
        </pc:picChg>
        <pc:picChg chg="add mod">
          <ac:chgData name="泰弘 仲山" userId="857b4835f3abfbd8" providerId="LiveId" clId="{1719127F-B280-47D0-B899-2028F4F2809D}" dt="2025-12-23T17:11:42.410" v="6176" actId="1076"/>
          <ac:picMkLst>
            <pc:docMk/>
            <pc:sldMk cId="3838983085" sldId="279"/>
            <ac:picMk id="8" creationId="{6ABCE65A-F886-120E-811D-035A094FCFD2}"/>
          </ac:picMkLst>
        </pc:picChg>
        <pc:picChg chg="add mod">
          <ac:chgData name="泰弘 仲山" userId="857b4835f3abfbd8" providerId="LiveId" clId="{1719127F-B280-47D0-B899-2028F4F2809D}" dt="2025-12-23T17:11:45.499" v="6177" actId="1076"/>
          <ac:picMkLst>
            <pc:docMk/>
            <pc:sldMk cId="3838983085" sldId="279"/>
            <ac:picMk id="10" creationId="{F146F419-E9A1-8EAD-6FAF-73024589FE21}"/>
          </ac:picMkLst>
        </pc:picChg>
      </pc:sldChg>
      <pc:sldChg chg="addSp modSp new mod">
        <pc:chgData name="泰弘 仲山" userId="857b4835f3abfbd8" providerId="LiveId" clId="{1719127F-B280-47D0-B899-2028F4F2809D}" dt="2025-12-23T17:21:13.927" v="6692" actId="1076"/>
        <pc:sldMkLst>
          <pc:docMk/>
          <pc:sldMk cId="2446557488" sldId="280"/>
        </pc:sldMkLst>
        <pc:spChg chg="mod">
          <ac:chgData name="泰弘 仲山" userId="857b4835f3abfbd8" providerId="LiveId" clId="{1719127F-B280-47D0-B899-2028F4F2809D}" dt="2025-12-23T17:12:01.492" v="6208" actId="20577"/>
          <ac:spMkLst>
            <pc:docMk/>
            <pc:sldMk cId="2446557488" sldId="280"/>
            <ac:spMk id="2" creationId="{94953D88-34FC-735B-3C14-5BA0E3CE6B7C}"/>
          </ac:spMkLst>
        </pc:spChg>
        <pc:spChg chg="mod">
          <ac:chgData name="泰弘 仲山" userId="857b4835f3abfbd8" providerId="LiveId" clId="{1719127F-B280-47D0-B899-2028F4F2809D}" dt="2025-12-23T17:17:12.805" v="6298" actId="5793"/>
          <ac:spMkLst>
            <pc:docMk/>
            <pc:sldMk cId="2446557488" sldId="280"/>
            <ac:spMk id="3" creationId="{194976E7-F2C4-AFA2-E113-9308A93A2719}"/>
          </ac:spMkLst>
        </pc:spChg>
        <pc:spChg chg="add mod">
          <ac:chgData name="泰弘 仲山" userId="857b4835f3abfbd8" providerId="LiveId" clId="{1719127F-B280-47D0-B899-2028F4F2809D}" dt="2025-12-23T17:19:43.195" v="6555" actId="14100"/>
          <ac:spMkLst>
            <pc:docMk/>
            <pc:sldMk cId="2446557488" sldId="280"/>
            <ac:spMk id="11" creationId="{3C92E571-D42F-0742-2F46-FE01240DEC18}"/>
          </ac:spMkLst>
        </pc:spChg>
        <pc:spChg chg="add mod">
          <ac:chgData name="泰弘 仲山" userId="857b4835f3abfbd8" providerId="LiveId" clId="{1719127F-B280-47D0-B899-2028F4F2809D}" dt="2025-12-23T17:18:18.739" v="6402" actId="1076"/>
          <ac:spMkLst>
            <pc:docMk/>
            <pc:sldMk cId="2446557488" sldId="280"/>
            <ac:spMk id="12" creationId="{BA726CCF-8A91-ECC8-C668-25BBFE1B93B9}"/>
          </ac:spMkLst>
        </pc:spChg>
        <pc:spChg chg="add mod">
          <ac:chgData name="泰弘 仲山" userId="857b4835f3abfbd8" providerId="LiveId" clId="{1719127F-B280-47D0-B899-2028F4F2809D}" dt="2025-12-23T17:20:47.827" v="6688" actId="20577"/>
          <ac:spMkLst>
            <pc:docMk/>
            <pc:sldMk cId="2446557488" sldId="280"/>
            <ac:spMk id="13" creationId="{843E80DA-92D5-026C-01A7-3C38C0B426E3}"/>
          </ac:spMkLst>
        </pc:spChg>
        <pc:picChg chg="add mod">
          <ac:chgData name="泰弘 仲山" userId="857b4835f3abfbd8" providerId="LiveId" clId="{1719127F-B280-47D0-B899-2028F4F2809D}" dt="2025-12-23T17:17:27.935" v="6307" actId="1076"/>
          <ac:picMkLst>
            <pc:docMk/>
            <pc:sldMk cId="2446557488" sldId="280"/>
            <ac:picMk id="6" creationId="{2C660879-D5BB-984E-5A44-041E90BB626B}"/>
          </ac:picMkLst>
        </pc:picChg>
        <pc:picChg chg="add mod">
          <ac:chgData name="泰弘 仲山" userId="857b4835f3abfbd8" providerId="LiveId" clId="{1719127F-B280-47D0-B899-2028F4F2809D}" dt="2025-12-23T17:20:00.811" v="6561" actId="1076"/>
          <ac:picMkLst>
            <pc:docMk/>
            <pc:sldMk cId="2446557488" sldId="280"/>
            <ac:picMk id="8" creationId="{FBC8BF52-0695-57A5-D8A0-429D9157803F}"/>
          </ac:picMkLst>
        </pc:picChg>
        <pc:picChg chg="add mod">
          <ac:chgData name="泰弘 仲山" userId="857b4835f3abfbd8" providerId="LiveId" clId="{1719127F-B280-47D0-B899-2028F4F2809D}" dt="2025-12-23T17:20:00.811" v="6561" actId="1076"/>
          <ac:picMkLst>
            <pc:docMk/>
            <pc:sldMk cId="2446557488" sldId="280"/>
            <ac:picMk id="10" creationId="{800D130C-25AE-497C-1EA9-12111B253A55}"/>
          </ac:picMkLst>
        </pc:picChg>
        <pc:picChg chg="add mod">
          <ac:chgData name="泰弘 仲山" userId="857b4835f3abfbd8" providerId="LiveId" clId="{1719127F-B280-47D0-B899-2028F4F2809D}" dt="2025-12-23T17:21:13.927" v="6692" actId="1076"/>
          <ac:picMkLst>
            <pc:docMk/>
            <pc:sldMk cId="2446557488" sldId="280"/>
            <ac:picMk id="15" creationId="{988C0766-A4FF-52FE-173F-91477CE6A774}"/>
          </ac:picMkLst>
        </pc:picChg>
      </pc:sldChg>
      <pc:sldChg chg="addSp delSp modSp new del mod">
        <pc:chgData name="泰弘 仲山" userId="857b4835f3abfbd8" providerId="LiveId" clId="{1719127F-B280-47D0-B899-2028F4F2809D}" dt="2025-12-24T15:30:32.520" v="8017" actId="47"/>
        <pc:sldMkLst>
          <pc:docMk/>
          <pc:sldMk cId="2663064734" sldId="281"/>
        </pc:sldMkLst>
        <pc:spChg chg="mod">
          <ac:chgData name="泰弘 仲山" userId="857b4835f3abfbd8" providerId="LiveId" clId="{1719127F-B280-47D0-B899-2028F4F2809D}" dt="2025-12-24T15:03:33.007" v="6797" actId="20577"/>
          <ac:spMkLst>
            <pc:docMk/>
            <pc:sldMk cId="2663064734" sldId="281"/>
            <ac:spMk id="2" creationId="{C59D5EEA-1506-E7CD-1608-EEF23305CB20}"/>
          </ac:spMkLst>
        </pc:spChg>
        <pc:spChg chg="mod">
          <ac:chgData name="泰弘 仲山" userId="857b4835f3abfbd8" providerId="LiveId" clId="{1719127F-B280-47D0-B899-2028F4F2809D}" dt="2025-12-24T15:27:38.592" v="7949" actId="14100"/>
          <ac:spMkLst>
            <pc:docMk/>
            <pc:sldMk cId="2663064734" sldId="281"/>
            <ac:spMk id="3" creationId="{9D1B3F4A-0F26-0141-83B4-6F2BC7A1BA61}"/>
          </ac:spMkLst>
        </pc:spChg>
        <pc:spChg chg="add del mod">
          <ac:chgData name="泰弘 仲山" userId="857b4835f3abfbd8" providerId="LiveId" clId="{1719127F-B280-47D0-B899-2028F4F2809D}" dt="2025-12-24T15:27:48.640" v="7951" actId="478"/>
          <ac:spMkLst>
            <pc:docMk/>
            <pc:sldMk cId="2663064734" sldId="281"/>
            <ac:spMk id="6" creationId="{14B534E2-80AB-0021-B16B-709A90A0254A}"/>
          </ac:spMkLst>
        </pc:spChg>
        <pc:spChg chg="add mod">
          <ac:chgData name="泰弘 仲山" userId="857b4835f3abfbd8" providerId="LiveId" clId="{1719127F-B280-47D0-B899-2028F4F2809D}" dt="2025-12-24T15:03:13.552" v="6751"/>
          <ac:spMkLst>
            <pc:docMk/>
            <pc:sldMk cId="2663064734" sldId="281"/>
            <ac:spMk id="10" creationId="{E51A554D-A9BD-0F81-7EF6-BD87B2E22F6B}"/>
          </ac:spMkLst>
        </pc:spChg>
        <pc:picChg chg="add mod">
          <ac:chgData name="泰弘 仲山" userId="857b4835f3abfbd8" providerId="LiveId" clId="{1719127F-B280-47D0-B899-2028F4F2809D}" dt="2025-12-24T15:27:26.247" v="7947" actId="1076"/>
          <ac:picMkLst>
            <pc:docMk/>
            <pc:sldMk cId="2663064734" sldId="281"/>
            <ac:picMk id="5" creationId="{FC642EBF-A9BE-1B59-6AA4-62C242D6EACE}"/>
          </ac:picMkLst>
        </pc:picChg>
        <pc:picChg chg="add mod">
          <ac:chgData name="泰弘 仲山" userId="857b4835f3abfbd8" providerId="LiveId" clId="{1719127F-B280-47D0-B899-2028F4F2809D}" dt="2025-12-24T15:03:13.552" v="6751"/>
          <ac:picMkLst>
            <pc:docMk/>
            <pc:sldMk cId="2663064734" sldId="281"/>
            <ac:picMk id="8" creationId="{8430314B-873A-D724-42B9-E23A61E8B733}"/>
          </ac:picMkLst>
        </pc:picChg>
      </pc:sldChg>
      <pc:sldChg chg="addSp modSp new mod">
        <pc:chgData name="泰弘 仲山" userId="857b4835f3abfbd8" providerId="LiveId" clId="{1719127F-B280-47D0-B899-2028F4F2809D}" dt="2025-12-24T15:36:22.561" v="8340" actId="1076"/>
        <pc:sldMkLst>
          <pc:docMk/>
          <pc:sldMk cId="1030977875" sldId="282"/>
        </pc:sldMkLst>
        <pc:spChg chg="mod">
          <ac:chgData name="泰弘 仲山" userId="857b4835f3abfbd8" providerId="LiveId" clId="{1719127F-B280-47D0-B899-2028F4F2809D}" dt="2025-12-24T15:22:51.974" v="7702" actId="20577"/>
          <ac:spMkLst>
            <pc:docMk/>
            <pc:sldMk cId="1030977875" sldId="282"/>
            <ac:spMk id="2" creationId="{BF0FFBED-EBD9-9501-567D-1BB2725B6446}"/>
          </ac:spMkLst>
        </pc:spChg>
        <pc:spChg chg="mod">
          <ac:chgData name="泰弘 仲山" userId="857b4835f3abfbd8" providerId="LiveId" clId="{1719127F-B280-47D0-B899-2028F4F2809D}" dt="2025-12-24T15:31:54.630" v="8018" actId="14100"/>
          <ac:spMkLst>
            <pc:docMk/>
            <pc:sldMk cId="1030977875" sldId="282"/>
            <ac:spMk id="3" creationId="{CDE6FCD8-8C8B-CCAF-9708-266D95D37B96}"/>
          </ac:spMkLst>
        </pc:spChg>
        <pc:spChg chg="add mod">
          <ac:chgData name="泰弘 仲山" userId="857b4835f3abfbd8" providerId="LiveId" clId="{1719127F-B280-47D0-B899-2028F4F2809D}" dt="2025-12-24T15:23:12.104" v="7709" actId="255"/>
          <ac:spMkLst>
            <pc:docMk/>
            <pc:sldMk cId="1030977875" sldId="282"/>
            <ac:spMk id="7" creationId="{6766F61E-F01C-844D-7740-CD0E5443025A}"/>
          </ac:spMkLst>
        </pc:spChg>
        <pc:spChg chg="add mod">
          <ac:chgData name="泰弘 仲山" userId="857b4835f3abfbd8" providerId="LiveId" clId="{1719127F-B280-47D0-B899-2028F4F2809D}" dt="2025-12-24T15:26:52.060" v="7889" actId="255"/>
          <ac:spMkLst>
            <pc:docMk/>
            <pc:sldMk cId="1030977875" sldId="282"/>
            <ac:spMk id="11" creationId="{EE620DD6-F2C4-DD8C-583E-2CE84D47E64F}"/>
          </ac:spMkLst>
        </pc:spChg>
        <pc:spChg chg="add mod">
          <ac:chgData name="泰弘 仲山" userId="857b4835f3abfbd8" providerId="LiveId" clId="{1719127F-B280-47D0-B899-2028F4F2809D}" dt="2025-12-24T15:36:21.117" v="8339" actId="27636"/>
          <ac:spMkLst>
            <pc:docMk/>
            <pc:sldMk cId="1030977875" sldId="282"/>
            <ac:spMk id="12" creationId="{33FFF810-8B73-2D12-EA47-BE20A1A07289}"/>
          </ac:spMkLst>
        </pc:spChg>
        <pc:spChg chg="add mod">
          <ac:chgData name="泰弘 仲山" userId="857b4835f3abfbd8" providerId="LiveId" clId="{1719127F-B280-47D0-B899-2028F4F2809D}" dt="2025-12-24T15:35:43.602" v="8243" actId="27636"/>
          <ac:spMkLst>
            <pc:docMk/>
            <pc:sldMk cId="1030977875" sldId="282"/>
            <ac:spMk id="15" creationId="{FABE1CD8-007C-E234-741D-958279E89D89}"/>
          </ac:spMkLst>
        </pc:spChg>
        <pc:picChg chg="add mod">
          <ac:chgData name="泰弘 仲山" userId="857b4835f3abfbd8" providerId="LiveId" clId="{1719127F-B280-47D0-B899-2028F4F2809D}" dt="2025-12-24T15:22:12.438" v="7629" actId="1076"/>
          <ac:picMkLst>
            <pc:docMk/>
            <pc:sldMk cId="1030977875" sldId="282"/>
            <ac:picMk id="6" creationId="{746CAD27-8FED-D296-B170-2FBA5338CA8A}"/>
          </ac:picMkLst>
        </pc:picChg>
        <pc:picChg chg="add mod">
          <ac:chgData name="泰弘 仲山" userId="857b4835f3abfbd8" providerId="LiveId" clId="{1719127F-B280-47D0-B899-2028F4F2809D}" dt="2025-12-24T15:26:56.595" v="7891" actId="1076"/>
          <ac:picMkLst>
            <pc:docMk/>
            <pc:sldMk cId="1030977875" sldId="282"/>
            <ac:picMk id="8" creationId="{B1FBE107-B461-1AE6-1509-ACBEBE593007}"/>
          </ac:picMkLst>
        </pc:picChg>
        <pc:picChg chg="add mod">
          <ac:chgData name="泰弘 仲山" userId="857b4835f3abfbd8" providerId="LiveId" clId="{1719127F-B280-47D0-B899-2028F4F2809D}" dt="2025-12-24T15:26:54.364" v="7890" actId="1076"/>
          <ac:picMkLst>
            <pc:docMk/>
            <pc:sldMk cId="1030977875" sldId="282"/>
            <ac:picMk id="10" creationId="{AAEFF243-4578-4FE6-A762-AF158053BC19}"/>
          </ac:picMkLst>
        </pc:picChg>
        <pc:picChg chg="add mod">
          <ac:chgData name="泰弘 仲山" userId="857b4835f3abfbd8" providerId="LiveId" clId="{1719127F-B280-47D0-B899-2028F4F2809D}" dt="2025-12-24T15:36:22.561" v="8340" actId="1076"/>
          <ac:picMkLst>
            <pc:docMk/>
            <pc:sldMk cId="1030977875" sldId="282"/>
            <ac:picMk id="14" creationId="{DE7081DA-A975-A148-1B12-D30EDFE91C1E}"/>
          </ac:picMkLst>
        </pc:picChg>
      </pc:sldChg>
      <pc:sldMasterChg chg="modSldLayout">
        <pc:chgData name="泰弘 仲山" userId="857b4835f3abfbd8" providerId="LiveId" clId="{1719127F-B280-47D0-B899-2028F4F2809D}" dt="2025-12-21T14:26:05.961" v="28" actId="255"/>
        <pc:sldMasterMkLst>
          <pc:docMk/>
          <pc:sldMasterMk cId="3827012438" sldId="2147483648"/>
        </pc:sldMasterMkLst>
        <pc:sldLayoutChg chg="delSp modSp mod">
          <pc:chgData name="泰弘 仲山" userId="857b4835f3abfbd8" providerId="LiveId" clId="{1719127F-B280-47D0-B899-2028F4F2809D}" dt="2025-12-21T14:26:05.961" v="28" actId="255"/>
          <pc:sldLayoutMkLst>
            <pc:docMk/>
            <pc:sldMasterMk cId="3827012438" sldId="2147483648"/>
            <pc:sldLayoutMk cId="2994869843" sldId="2147483660"/>
          </pc:sldLayoutMkLst>
          <pc:spChg chg="mod">
            <ac:chgData name="泰弘 仲山" userId="857b4835f3abfbd8" providerId="LiveId" clId="{1719127F-B280-47D0-B899-2028F4F2809D}" dt="2025-12-21T14:25:24.463" v="20" actId="14100"/>
            <ac:spMkLst>
              <pc:docMk/>
              <pc:sldMasterMk cId="3827012438" sldId="2147483648"/>
              <pc:sldLayoutMk cId="2994869843" sldId="2147483660"/>
              <ac:spMk id="2" creationId="{F703D078-30A5-AC04-BC19-0925CAD0DEAC}"/>
            </ac:spMkLst>
          </pc:spChg>
          <pc:spChg chg="mod">
            <ac:chgData name="泰弘 仲山" userId="857b4835f3abfbd8" providerId="LiveId" clId="{1719127F-B280-47D0-B899-2028F4F2809D}" dt="2025-12-21T14:26:05.961" v="28" actId="255"/>
            <ac:spMkLst>
              <pc:docMk/>
              <pc:sldMasterMk cId="3827012438" sldId="2147483648"/>
              <pc:sldLayoutMk cId="2994869843" sldId="2147483660"/>
              <ac:spMk id="3" creationId="{EDE11182-BB68-AB6D-89F3-B93D8B3BCE35}"/>
            </ac:spMkLst>
          </pc:spChg>
          <pc:spChg chg="mod">
            <ac:chgData name="泰弘 仲山" userId="857b4835f3abfbd8" providerId="LiveId" clId="{1719127F-B280-47D0-B899-2028F4F2809D}" dt="2025-12-21T14:25:39.154" v="26" actId="1076"/>
            <ac:spMkLst>
              <pc:docMk/>
              <pc:sldMasterMk cId="3827012438" sldId="2147483648"/>
              <pc:sldLayoutMk cId="2994869843" sldId="2147483660"/>
              <ac:spMk id="6" creationId="{4D4EF0BD-9E56-FCE8-C889-71E127B9462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3CC195-DA53-457B-BE3D-0DFC9B58B5D8}" type="datetimeFigureOut">
              <a:rPr kumimoji="1" lang="ja-JP" altLang="en-US" smtClean="0"/>
              <a:t>2025/12/25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339BB5-37BB-43BA-9FF8-6AA8A6BA3482}" type="slidenum">
              <a:rPr kumimoji="1" lang="ja-JP" altLang="en-US" smtClean="0"/>
              <a:t>‹#›</a:t>
            </a:fld>
            <a:endParaRPr kumimoji="1" lang="ja-JP" altLang="en-US"/>
          </a:p>
        </p:txBody>
      </p:sp>
    </p:spTree>
    <p:extLst>
      <p:ext uri="{BB962C8B-B14F-4D97-AF65-F5344CB8AC3E}">
        <p14:creationId xmlns:p14="http://schemas.microsoft.com/office/powerpoint/2010/main" val="386182001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03D078-30A5-AC04-BC19-0925CAD0DEAC}"/>
              </a:ext>
            </a:extLst>
          </p:cNvPr>
          <p:cNvSpPr>
            <a:spLocks noGrp="1"/>
          </p:cNvSpPr>
          <p:nvPr>
            <p:ph type="title"/>
          </p:nvPr>
        </p:nvSpPr>
        <p:spPr>
          <a:xfrm>
            <a:off x="237835" y="143489"/>
            <a:ext cx="11520055" cy="734002"/>
          </a:xfrm>
        </p:spPr>
        <p:txBody>
          <a:bodyPr/>
          <a:lstStyle>
            <a:lvl1pPr>
              <a:defRPr sz="2400"/>
            </a:lvl1p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EDE11182-BB68-AB6D-89F3-B93D8B3BCE35}"/>
              </a:ext>
            </a:extLst>
          </p:cNvPr>
          <p:cNvSpPr>
            <a:spLocks noGrp="1"/>
          </p:cNvSpPr>
          <p:nvPr>
            <p:ph idx="1"/>
          </p:nvPr>
        </p:nvSpPr>
        <p:spPr>
          <a:xfrm>
            <a:off x="237836" y="1080655"/>
            <a:ext cx="11520054" cy="5200072"/>
          </a:xfrm>
        </p:spPr>
        <p:txBody>
          <a:bodyPr/>
          <a:lstStyle>
            <a:lvl1pPr>
              <a:defRPr sz="1800"/>
            </a:lvl1pPr>
            <a:lvl2pPr>
              <a:defRPr sz="1800"/>
            </a:lvl2pPr>
            <a:lvl3pPr>
              <a:defRPr sz="1800"/>
            </a:lvl3pPr>
            <a:lvl4pPr>
              <a:defRPr sz="1800"/>
            </a:lvl4pPr>
            <a:lvl5pPr>
              <a:defRPr sz="1800"/>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スライド番号プレースホルダー 5">
            <a:extLst>
              <a:ext uri="{FF2B5EF4-FFF2-40B4-BE49-F238E27FC236}">
                <a16:creationId xmlns:a16="http://schemas.microsoft.com/office/drawing/2014/main" id="{4D4EF0BD-9E56-FCE8-C889-71E127B94625}"/>
              </a:ext>
            </a:extLst>
          </p:cNvPr>
          <p:cNvSpPr>
            <a:spLocks noGrp="1"/>
          </p:cNvSpPr>
          <p:nvPr>
            <p:ph type="sldNum" sz="quarter" idx="12"/>
          </p:nvPr>
        </p:nvSpPr>
        <p:spPr>
          <a:xfrm>
            <a:off x="8989290" y="6349386"/>
            <a:ext cx="2743200" cy="365125"/>
          </a:xfrm>
        </p:spPr>
        <p:txBody>
          <a:bodyPr/>
          <a:lstStyle/>
          <a:p>
            <a:fld id="{50D3C8B2-6F41-4419-91EE-BC3E1745F8DC}" type="slidenum">
              <a:rPr kumimoji="1" lang="ja-JP" altLang="en-US" smtClean="0"/>
              <a:t>‹#›</a:t>
            </a:fld>
            <a:endParaRPr kumimoji="1" lang="ja-JP" altLang="en-US"/>
          </a:p>
        </p:txBody>
      </p:sp>
    </p:spTree>
    <p:extLst>
      <p:ext uri="{BB962C8B-B14F-4D97-AF65-F5344CB8AC3E}">
        <p14:creationId xmlns:p14="http://schemas.microsoft.com/office/powerpoint/2010/main" val="2994869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B223AD-E2AC-3FCF-381D-3CF46798A2A0}"/>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490162A-A1B8-2E2F-B17D-33DFA87FC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C3F9E50-AAC7-ABEA-93ED-AF0394813074}"/>
              </a:ext>
            </a:extLst>
          </p:cNvPr>
          <p:cNvSpPr>
            <a:spLocks noGrp="1"/>
          </p:cNvSpPr>
          <p:nvPr>
            <p:ph type="dt" sz="half" idx="10"/>
          </p:nvPr>
        </p:nvSpPr>
        <p:spPr/>
        <p:txBody>
          <a:bodyPr/>
          <a:lstStyle/>
          <a:p>
            <a:fld id="{1ECA636D-F575-4434-B919-E3F9A1FE8527}" type="datetime1">
              <a:rPr kumimoji="1" lang="ja-JP" altLang="en-US" smtClean="0"/>
              <a:t>2025/12/25</a:t>
            </a:fld>
            <a:endParaRPr kumimoji="1" lang="ja-JP" altLang="en-US"/>
          </a:p>
        </p:txBody>
      </p:sp>
      <p:sp>
        <p:nvSpPr>
          <p:cNvPr id="5" name="フッター プレースホルダー 4">
            <a:extLst>
              <a:ext uri="{FF2B5EF4-FFF2-40B4-BE49-F238E27FC236}">
                <a16:creationId xmlns:a16="http://schemas.microsoft.com/office/drawing/2014/main" id="{B2F61D2A-1063-C563-A0F2-BA1F2AEDE8C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13D695-D06B-172C-3C0E-435376F83E6F}"/>
              </a:ext>
            </a:extLst>
          </p:cNvPr>
          <p:cNvSpPr>
            <a:spLocks noGrp="1"/>
          </p:cNvSpPr>
          <p:nvPr>
            <p:ph type="sldNum" sz="quarter" idx="12"/>
          </p:nvPr>
        </p:nvSpPr>
        <p:spPr/>
        <p:txBody>
          <a:bodyPr/>
          <a:lstStyle/>
          <a:p>
            <a:fld id="{50D3C8B2-6F41-4419-91EE-BC3E1745F8DC}" type="slidenum">
              <a:rPr kumimoji="1" lang="ja-JP" altLang="en-US" smtClean="0"/>
              <a:t>‹#›</a:t>
            </a:fld>
            <a:endParaRPr kumimoji="1" lang="ja-JP" altLang="en-US"/>
          </a:p>
        </p:txBody>
      </p:sp>
    </p:spTree>
    <p:extLst>
      <p:ext uri="{BB962C8B-B14F-4D97-AF65-F5344CB8AC3E}">
        <p14:creationId xmlns:p14="http://schemas.microsoft.com/office/powerpoint/2010/main" val="1345860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03D078-30A5-AC04-BC19-0925CAD0DEA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DE11182-BB68-AB6D-89F3-B93D8B3BCE35}"/>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0BC0F39-82A2-7984-230C-CAC08301E9E7}"/>
              </a:ext>
            </a:extLst>
          </p:cNvPr>
          <p:cNvSpPr>
            <a:spLocks noGrp="1"/>
          </p:cNvSpPr>
          <p:nvPr>
            <p:ph type="dt" sz="half" idx="10"/>
          </p:nvPr>
        </p:nvSpPr>
        <p:spPr/>
        <p:txBody>
          <a:bodyPr/>
          <a:lstStyle/>
          <a:p>
            <a:fld id="{1FAF2DCF-6672-4486-8C0E-885161F5B8AA}" type="datetime1">
              <a:rPr kumimoji="1" lang="ja-JP" altLang="en-US" smtClean="0"/>
              <a:t>2025/12/25</a:t>
            </a:fld>
            <a:endParaRPr kumimoji="1" lang="ja-JP" altLang="en-US"/>
          </a:p>
        </p:txBody>
      </p:sp>
      <p:sp>
        <p:nvSpPr>
          <p:cNvPr id="5" name="フッター プレースホルダー 4">
            <a:extLst>
              <a:ext uri="{FF2B5EF4-FFF2-40B4-BE49-F238E27FC236}">
                <a16:creationId xmlns:a16="http://schemas.microsoft.com/office/drawing/2014/main" id="{9CD602CF-F119-2709-1611-1D2451FEF6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D4EF0BD-9E56-FCE8-C889-71E127B94625}"/>
              </a:ext>
            </a:extLst>
          </p:cNvPr>
          <p:cNvSpPr>
            <a:spLocks noGrp="1"/>
          </p:cNvSpPr>
          <p:nvPr>
            <p:ph type="sldNum" sz="quarter" idx="12"/>
          </p:nvPr>
        </p:nvSpPr>
        <p:spPr/>
        <p:txBody>
          <a:bodyPr/>
          <a:lstStyle/>
          <a:p>
            <a:fld id="{50D3C8B2-6F41-4419-91EE-BC3E1745F8DC}" type="slidenum">
              <a:rPr kumimoji="1" lang="ja-JP" altLang="en-US" smtClean="0"/>
              <a:t>‹#›</a:t>
            </a:fld>
            <a:endParaRPr kumimoji="1" lang="ja-JP" altLang="en-US"/>
          </a:p>
        </p:txBody>
      </p:sp>
    </p:spTree>
    <p:extLst>
      <p:ext uri="{BB962C8B-B14F-4D97-AF65-F5344CB8AC3E}">
        <p14:creationId xmlns:p14="http://schemas.microsoft.com/office/powerpoint/2010/main" val="1910015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636357-6A0D-03A3-433A-DEC0FD06934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C616393-1964-0279-9241-7766BE1B51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B126373-23D3-0DFA-BBB9-AEB34061659B}"/>
              </a:ext>
            </a:extLst>
          </p:cNvPr>
          <p:cNvSpPr>
            <a:spLocks noGrp="1"/>
          </p:cNvSpPr>
          <p:nvPr>
            <p:ph type="dt" sz="half" idx="10"/>
          </p:nvPr>
        </p:nvSpPr>
        <p:spPr/>
        <p:txBody>
          <a:bodyPr/>
          <a:lstStyle/>
          <a:p>
            <a:fld id="{5DE9E15B-5F70-439D-AEED-392A88AD95CD}" type="datetime1">
              <a:rPr kumimoji="1" lang="ja-JP" altLang="en-US" smtClean="0"/>
              <a:t>2025/12/25</a:t>
            </a:fld>
            <a:endParaRPr kumimoji="1" lang="ja-JP" altLang="en-US"/>
          </a:p>
        </p:txBody>
      </p:sp>
      <p:sp>
        <p:nvSpPr>
          <p:cNvPr id="5" name="フッター プレースホルダー 4">
            <a:extLst>
              <a:ext uri="{FF2B5EF4-FFF2-40B4-BE49-F238E27FC236}">
                <a16:creationId xmlns:a16="http://schemas.microsoft.com/office/drawing/2014/main" id="{18D56001-1849-9433-D72D-2D6ADA0BC84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9624EBD-7F9D-F5A1-E6B2-E8ECF45C5F31}"/>
              </a:ext>
            </a:extLst>
          </p:cNvPr>
          <p:cNvSpPr>
            <a:spLocks noGrp="1"/>
          </p:cNvSpPr>
          <p:nvPr>
            <p:ph type="sldNum" sz="quarter" idx="12"/>
          </p:nvPr>
        </p:nvSpPr>
        <p:spPr/>
        <p:txBody>
          <a:bodyPr/>
          <a:lstStyle/>
          <a:p>
            <a:fld id="{50D3C8B2-6F41-4419-91EE-BC3E1745F8DC}" type="slidenum">
              <a:rPr kumimoji="1" lang="ja-JP" altLang="en-US" smtClean="0"/>
              <a:t>‹#›</a:t>
            </a:fld>
            <a:endParaRPr kumimoji="1" lang="ja-JP" altLang="en-US"/>
          </a:p>
        </p:txBody>
      </p:sp>
    </p:spTree>
    <p:extLst>
      <p:ext uri="{BB962C8B-B14F-4D97-AF65-F5344CB8AC3E}">
        <p14:creationId xmlns:p14="http://schemas.microsoft.com/office/powerpoint/2010/main" val="529687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58EC33-4666-FC01-EA28-7066FB9B5C1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FF2AC0F-ED8D-15B2-9226-CFFCE0368A8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925C00AF-DF9A-5276-FC7E-18CF4D31E9D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33F6A40-DDCD-FB20-43A5-FBF4C49221F7}"/>
              </a:ext>
            </a:extLst>
          </p:cNvPr>
          <p:cNvSpPr>
            <a:spLocks noGrp="1"/>
          </p:cNvSpPr>
          <p:nvPr>
            <p:ph type="dt" sz="half" idx="10"/>
          </p:nvPr>
        </p:nvSpPr>
        <p:spPr/>
        <p:txBody>
          <a:bodyPr/>
          <a:lstStyle/>
          <a:p>
            <a:fld id="{FDE23A25-94AA-44F9-9F67-145663D53D5A}" type="datetime1">
              <a:rPr kumimoji="1" lang="ja-JP" altLang="en-US" smtClean="0"/>
              <a:t>2025/12/25</a:t>
            </a:fld>
            <a:endParaRPr kumimoji="1" lang="ja-JP" altLang="en-US"/>
          </a:p>
        </p:txBody>
      </p:sp>
      <p:sp>
        <p:nvSpPr>
          <p:cNvPr id="6" name="フッター プレースホルダー 5">
            <a:extLst>
              <a:ext uri="{FF2B5EF4-FFF2-40B4-BE49-F238E27FC236}">
                <a16:creationId xmlns:a16="http://schemas.microsoft.com/office/drawing/2014/main" id="{BBD30513-90AE-7B9F-CA06-520BBC6013E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D05D610-DF8F-99AF-CF1C-791FEE61F559}"/>
              </a:ext>
            </a:extLst>
          </p:cNvPr>
          <p:cNvSpPr>
            <a:spLocks noGrp="1"/>
          </p:cNvSpPr>
          <p:nvPr>
            <p:ph type="sldNum" sz="quarter" idx="12"/>
          </p:nvPr>
        </p:nvSpPr>
        <p:spPr/>
        <p:txBody>
          <a:bodyPr/>
          <a:lstStyle/>
          <a:p>
            <a:fld id="{50D3C8B2-6F41-4419-91EE-BC3E1745F8DC}" type="slidenum">
              <a:rPr kumimoji="1" lang="ja-JP" altLang="en-US" smtClean="0"/>
              <a:t>‹#›</a:t>
            </a:fld>
            <a:endParaRPr kumimoji="1" lang="ja-JP" altLang="en-US"/>
          </a:p>
        </p:txBody>
      </p:sp>
    </p:spTree>
    <p:extLst>
      <p:ext uri="{BB962C8B-B14F-4D97-AF65-F5344CB8AC3E}">
        <p14:creationId xmlns:p14="http://schemas.microsoft.com/office/powerpoint/2010/main" val="42992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9EC23A-E2AC-FD55-8262-C3739B42A0B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D70D895-2E00-56F6-37E0-0BF47D92D4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1103F7F-2472-37A7-E908-B16B7A0F12D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7212A24-42F3-5A23-EF10-ED6C006D8E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91BFBED-CEF2-FDE6-0B10-B493B2D1054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A2F2ECC-2338-D271-A9F8-A607D0E5161E}"/>
              </a:ext>
            </a:extLst>
          </p:cNvPr>
          <p:cNvSpPr>
            <a:spLocks noGrp="1"/>
          </p:cNvSpPr>
          <p:nvPr>
            <p:ph type="dt" sz="half" idx="10"/>
          </p:nvPr>
        </p:nvSpPr>
        <p:spPr/>
        <p:txBody>
          <a:bodyPr/>
          <a:lstStyle/>
          <a:p>
            <a:fld id="{B0884B7F-4DA8-406A-A7A8-E776E3DD8AA4}" type="datetime1">
              <a:rPr kumimoji="1" lang="ja-JP" altLang="en-US" smtClean="0"/>
              <a:t>2025/12/25</a:t>
            </a:fld>
            <a:endParaRPr kumimoji="1" lang="ja-JP" altLang="en-US"/>
          </a:p>
        </p:txBody>
      </p:sp>
      <p:sp>
        <p:nvSpPr>
          <p:cNvPr id="8" name="フッター プレースホルダー 7">
            <a:extLst>
              <a:ext uri="{FF2B5EF4-FFF2-40B4-BE49-F238E27FC236}">
                <a16:creationId xmlns:a16="http://schemas.microsoft.com/office/drawing/2014/main" id="{6F1C70AE-7F88-9775-CB7E-01FE2608F56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8056D7E-5804-B3C3-6922-A32A69A82280}"/>
              </a:ext>
            </a:extLst>
          </p:cNvPr>
          <p:cNvSpPr>
            <a:spLocks noGrp="1"/>
          </p:cNvSpPr>
          <p:nvPr>
            <p:ph type="sldNum" sz="quarter" idx="12"/>
          </p:nvPr>
        </p:nvSpPr>
        <p:spPr/>
        <p:txBody>
          <a:bodyPr/>
          <a:lstStyle/>
          <a:p>
            <a:fld id="{50D3C8B2-6F41-4419-91EE-BC3E1745F8DC}" type="slidenum">
              <a:rPr kumimoji="1" lang="ja-JP" altLang="en-US" smtClean="0"/>
              <a:t>‹#›</a:t>
            </a:fld>
            <a:endParaRPr kumimoji="1" lang="ja-JP" altLang="en-US"/>
          </a:p>
        </p:txBody>
      </p:sp>
    </p:spTree>
    <p:extLst>
      <p:ext uri="{BB962C8B-B14F-4D97-AF65-F5344CB8AC3E}">
        <p14:creationId xmlns:p14="http://schemas.microsoft.com/office/powerpoint/2010/main" val="1944092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BFDA68-17FE-BADA-31BF-D62B786C9C55}"/>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7EF9A0C-8FF7-AFA9-BC0C-CEC7B8543122}"/>
              </a:ext>
            </a:extLst>
          </p:cNvPr>
          <p:cNvSpPr>
            <a:spLocks noGrp="1"/>
          </p:cNvSpPr>
          <p:nvPr>
            <p:ph type="dt" sz="half" idx="10"/>
          </p:nvPr>
        </p:nvSpPr>
        <p:spPr/>
        <p:txBody>
          <a:bodyPr/>
          <a:lstStyle/>
          <a:p>
            <a:fld id="{1AB5755F-D895-4934-9509-754F0EC93EE5}" type="datetime1">
              <a:rPr kumimoji="1" lang="ja-JP" altLang="en-US" smtClean="0"/>
              <a:t>2025/12/25</a:t>
            </a:fld>
            <a:endParaRPr kumimoji="1" lang="ja-JP" altLang="en-US"/>
          </a:p>
        </p:txBody>
      </p:sp>
      <p:sp>
        <p:nvSpPr>
          <p:cNvPr id="4" name="フッター プレースホルダー 3">
            <a:extLst>
              <a:ext uri="{FF2B5EF4-FFF2-40B4-BE49-F238E27FC236}">
                <a16:creationId xmlns:a16="http://schemas.microsoft.com/office/drawing/2014/main" id="{F6A1D7A2-037B-82DE-67AA-324B3DA5479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D99D7DD-7E80-D2D4-E7DE-E3372FB4EFF8}"/>
              </a:ext>
            </a:extLst>
          </p:cNvPr>
          <p:cNvSpPr>
            <a:spLocks noGrp="1"/>
          </p:cNvSpPr>
          <p:nvPr>
            <p:ph type="sldNum" sz="quarter" idx="12"/>
          </p:nvPr>
        </p:nvSpPr>
        <p:spPr/>
        <p:txBody>
          <a:bodyPr/>
          <a:lstStyle/>
          <a:p>
            <a:fld id="{50D3C8B2-6F41-4419-91EE-BC3E1745F8DC}" type="slidenum">
              <a:rPr kumimoji="1" lang="ja-JP" altLang="en-US" smtClean="0"/>
              <a:t>‹#›</a:t>
            </a:fld>
            <a:endParaRPr kumimoji="1" lang="ja-JP" altLang="en-US"/>
          </a:p>
        </p:txBody>
      </p:sp>
    </p:spTree>
    <p:extLst>
      <p:ext uri="{BB962C8B-B14F-4D97-AF65-F5344CB8AC3E}">
        <p14:creationId xmlns:p14="http://schemas.microsoft.com/office/powerpoint/2010/main" val="2646857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1D544F7-4E3E-2E01-F620-8B52A028B632}"/>
              </a:ext>
            </a:extLst>
          </p:cNvPr>
          <p:cNvSpPr>
            <a:spLocks noGrp="1"/>
          </p:cNvSpPr>
          <p:nvPr>
            <p:ph type="dt" sz="half" idx="10"/>
          </p:nvPr>
        </p:nvSpPr>
        <p:spPr/>
        <p:txBody>
          <a:bodyPr/>
          <a:lstStyle/>
          <a:p>
            <a:fld id="{0F362CA5-9716-436A-BECC-637151788047}" type="datetime1">
              <a:rPr kumimoji="1" lang="ja-JP" altLang="en-US" smtClean="0"/>
              <a:t>2025/12/25</a:t>
            </a:fld>
            <a:endParaRPr kumimoji="1" lang="ja-JP" altLang="en-US"/>
          </a:p>
        </p:txBody>
      </p:sp>
      <p:sp>
        <p:nvSpPr>
          <p:cNvPr id="3" name="フッター プレースホルダー 2">
            <a:extLst>
              <a:ext uri="{FF2B5EF4-FFF2-40B4-BE49-F238E27FC236}">
                <a16:creationId xmlns:a16="http://schemas.microsoft.com/office/drawing/2014/main" id="{D65AA628-9339-0A41-5E54-5858745B07E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3D43D6C-DF78-67A8-C760-A634D9798896}"/>
              </a:ext>
            </a:extLst>
          </p:cNvPr>
          <p:cNvSpPr>
            <a:spLocks noGrp="1"/>
          </p:cNvSpPr>
          <p:nvPr>
            <p:ph type="sldNum" sz="quarter" idx="12"/>
          </p:nvPr>
        </p:nvSpPr>
        <p:spPr/>
        <p:txBody>
          <a:bodyPr/>
          <a:lstStyle/>
          <a:p>
            <a:fld id="{50D3C8B2-6F41-4419-91EE-BC3E1745F8DC}" type="slidenum">
              <a:rPr kumimoji="1" lang="ja-JP" altLang="en-US" smtClean="0"/>
              <a:t>‹#›</a:t>
            </a:fld>
            <a:endParaRPr kumimoji="1" lang="ja-JP" altLang="en-US"/>
          </a:p>
        </p:txBody>
      </p:sp>
    </p:spTree>
    <p:extLst>
      <p:ext uri="{BB962C8B-B14F-4D97-AF65-F5344CB8AC3E}">
        <p14:creationId xmlns:p14="http://schemas.microsoft.com/office/powerpoint/2010/main" val="1185854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591734-04C0-E0DE-A1C5-EB1F9BF111A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6D0659C-5D3C-BA6C-0280-EBE468FBE6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F8083A1-B767-5C6B-6C29-659B0E1DB8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27A67E1-30AB-0E74-B111-55D13D6BF969}"/>
              </a:ext>
            </a:extLst>
          </p:cNvPr>
          <p:cNvSpPr>
            <a:spLocks noGrp="1"/>
          </p:cNvSpPr>
          <p:nvPr>
            <p:ph type="dt" sz="half" idx="10"/>
          </p:nvPr>
        </p:nvSpPr>
        <p:spPr/>
        <p:txBody>
          <a:bodyPr/>
          <a:lstStyle/>
          <a:p>
            <a:fld id="{2AD8605A-5005-4A46-A1A0-87C6B68433F8}" type="datetime1">
              <a:rPr kumimoji="1" lang="ja-JP" altLang="en-US" smtClean="0"/>
              <a:t>2025/12/25</a:t>
            </a:fld>
            <a:endParaRPr kumimoji="1" lang="ja-JP" altLang="en-US"/>
          </a:p>
        </p:txBody>
      </p:sp>
      <p:sp>
        <p:nvSpPr>
          <p:cNvPr id="6" name="フッター プレースホルダー 5">
            <a:extLst>
              <a:ext uri="{FF2B5EF4-FFF2-40B4-BE49-F238E27FC236}">
                <a16:creationId xmlns:a16="http://schemas.microsoft.com/office/drawing/2014/main" id="{8152490E-B369-4107-B1A3-E34D5041496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8E42731-116C-1686-195E-6F01323E4B0C}"/>
              </a:ext>
            </a:extLst>
          </p:cNvPr>
          <p:cNvSpPr>
            <a:spLocks noGrp="1"/>
          </p:cNvSpPr>
          <p:nvPr>
            <p:ph type="sldNum" sz="quarter" idx="12"/>
          </p:nvPr>
        </p:nvSpPr>
        <p:spPr/>
        <p:txBody>
          <a:bodyPr/>
          <a:lstStyle/>
          <a:p>
            <a:fld id="{50D3C8B2-6F41-4419-91EE-BC3E1745F8DC}" type="slidenum">
              <a:rPr kumimoji="1" lang="ja-JP" altLang="en-US" smtClean="0"/>
              <a:t>‹#›</a:t>
            </a:fld>
            <a:endParaRPr kumimoji="1" lang="ja-JP" altLang="en-US"/>
          </a:p>
        </p:txBody>
      </p:sp>
    </p:spTree>
    <p:extLst>
      <p:ext uri="{BB962C8B-B14F-4D97-AF65-F5344CB8AC3E}">
        <p14:creationId xmlns:p14="http://schemas.microsoft.com/office/powerpoint/2010/main" val="2483584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835700-A664-6B7E-1005-CD7E56EF247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93C9665-891C-C7D1-FE5E-8F3E8E6D2F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FEBBC0A-B30A-4B57-0CFB-28586AE253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842DB28-CD7A-B5A1-C6FD-0DFD5615195A}"/>
              </a:ext>
            </a:extLst>
          </p:cNvPr>
          <p:cNvSpPr>
            <a:spLocks noGrp="1"/>
          </p:cNvSpPr>
          <p:nvPr>
            <p:ph type="dt" sz="half" idx="10"/>
          </p:nvPr>
        </p:nvSpPr>
        <p:spPr/>
        <p:txBody>
          <a:bodyPr/>
          <a:lstStyle/>
          <a:p>
            <a:fld id="{2FA84331-0E29-47F9-8617-FD2457589D07}" type="datetime1">
              <a:rPr kumimoji="1" lang="ja-JP" altLang="en-US" smtClean="0"/>
              <a:t>2025/12/25</a:t>
            </a:fld>
            <a:endParaRPr kumimoji="1" lang="ja-JP" altLang="en-US"/>
          </a:p>
        </p:txBody>
      </p:sp>
      <p:sp>
        <p:nvSpPr>
          <p:cNvPr id="6" name="フッター プレースホルダー 5">
            <a:extLst>
              <a:ext uri="{FF2B5EF4-FFF2-40B4-BE49-F238E27FC236}">
                <a16:creationId xmlns:a16="http://schemas.microsoft.com/office/drawing/2014/main" id="{6A1D171B-E7B4-94D9-8DB0-8FEA035F5A5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9002888-72EB-C2C7-38AE-1909301C7381}"/>
              </a:ext>
            </a:extLst>
          </p:cNvPr>
          <p:cNvSpPr>
            <a:spLocks noGrp="1"/>
          </p:cNvSpPr>
          <p:nvPr>
            <p:ph type="sldNum" sz="quarter" idx="12"/>
          </p:nvPr>
        </p:nvSpPr>
        <p:spPr/>
        <p:txBody>
          <a:bodyPr/>
          <a:lstStyle/>
          <a:p>
            <a:fld id="{50D3C8B2-6F41-4419-91EE-BC3E1745F8DC}" type="slidenum">
              <a:rPr kumimoji="1" lang="ja-JP" altLang="en-US" smtClean="0"/>
              <a:t>‹#›</a:t>
            </a:fld>
            <a:endParaRPr kumimoji="1" lang="ja-JP" altLang="en-US"/>
          </a:p>
        </p:txBody>
      </p:sp>
    </p:spTree>
    <p:extLst>
      <p:ext uri="{BB962C8B-B14F-4D97-AF65-F5344CB8AC3E}">
        <p14:creationId xmlns:p14="http://schemas.microsoft.com/office/powerpoint/2010/main" val="2622089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5A63F-2DFF-BAB2-E1EE-4991579334F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4468121-B4D4-D899-1C8C-50AC030D438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D73D9C7-E30C-1ED0-2747-48EDFE05372B}"/>
              </a:ext>
            </a:extLst>
          </p:cNvPr>
          <p:cNvSpPr>
            <a:spLocks noGrp="1"/>
          </p:cNvSpPr>
          <p:nvPr>
            <p:ph type="dt" sz="half" idx="10"/>
          </p:nvPr>
        </p:nvSpPr>
        <p:spPr/>
        <p:txBody>
          <a:bodyPr/>
          <a:lstStyle/>
          <a:p>
            <a:fld id="{9C1091BC-44F9-493E-97DB-9824EB8A7DBA}" type="datetime1">
              <a:rPr kumimoji="1" lang="ja-JP" altLang="en-US" smtClean="0"/>
              <a:t>2025/12/25</a:t>
            </a:fld>
            <a:endParaRPr kumimoji="1" lang="ja-JP" altLang="en-US"/>
          </a:p>
        </p:txBody>
      </p:sp>
      <p:sp>
        <p:nvSpPr>
          <p:cNvPr id="5" name="フッター プレースホルダー 4">
            <a:extLst>
              <a:ext uri="{FF2B5EF4-FFF2-40B4-BE49-F238E27FC236}">
                <a16:creationId xmlns:a16="http://schemas.microsoft.com/office/drawing/2014/main" id="{C967D990-0C14-7CAE-22DB-0832A92756F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A1DEF98-5A38-5936-8250-39341A8B1AF8}"/>
              </a:ext>
            </a:extLst>
          </p:cNvPr>
          <p:cNvSpPr>
            <a:spLocks noGrp="1"/>
          </p:cNvSpPr>
          <p:nvPr>
            <p:ph type="sldNum" sz="quarter" idx="12"/>
          </p:nvPr>
        </p:nvSpPr>
        <p:spPr/>
        <p:txBody>
          <a:bodyPr/>
          <a:lstStyle/>
          <a:p>
            <a:fld id="{50D3C8B2-6F41-4419-91EE-BC3E1745F8DC}" type="slidenum">
              <a:rPr kumimoji="1" lang="ja-JP" altLang="en-US" smtClean="0"/>
              <a:t>‹#›</a:t>
            </a:fld>
            <a:endParaRPr kumimoji="1" lang="ja-JP" altLang="en-US"/>
          </a:p>
        </p:txBody>
      </p:sp>
    </p:spTree>
    <p:extLst>
      <p:ext uri="{BB962C8B-B14F-4D97-AF65-F5344CB8AC3E}">
        <p14:creationId xmlns:p14="http://schemas.microsoft.com/office/powerpoint/2010/main" val="16524639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907363A-1644-E09A-71C8-1E10A55E642C}"/>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5578FCE-CB09-18F3-F0EB-3221BBEF2C4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8254DCE-7680-EDF2-64B1-16EBCFC94612}"/>
              </a:ext>
            </a:extLst>
          </p:cNvPr>
          <p:cNvSpPr>
            <a:spLocks noGrp="1"/>
          </p:cNvSpPr>
          <p:nvPr>
            <p:ph type="dt" sz="half" idx="10"/>
          </p:nvPr>
        </p:nvSpPr>
        <p:spPr/>
        <p:txBody>
          <a:bodyPr/>
          <a:lstStyle/>
          <a:p>
            <a:fld id="{D34B4230-1B17-49C0-B00B-B5A96B777554}" type="datetime1">
              <a:rPr kumimoji="1" lang="ja-JP" altLang="en-US" smtClean="0"/>
              <a:t>2025/12/25</a:t>
            </a:fld>
            <a:endParaRPr kumimoji="1" lang="ja-JP" altLang="en-US"/>
          </a:p>
        </p:txBody>
      </p:sp>
      <p:sp>
        <p:nvSpPr>
          <p:cNvPr id="5" name="フッター プレースホルダー 4">
            <a:extLst>
              <a:ext uri="{FF2B5EF4-FFF2-40B4-BE49-F238E27FC236}">
                <a16:creationId xmlns:a16="http://schemas.microsoft.com/office/drawing/2014/main" id="{7213BC79-A3BC-4E82-32C9-F1B59D80CDB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6F73781-4DF4-7BF3-7797-F50C99C6DADC}"/>
              </a:ext>
            </a:extLst>
          </p:cNvPr>
          <p:cNvSpPr>
            <a:spLocks noGrp="1"/>
          </p:cNvSpPr>
          <p:nvPr>
            <p:ph type="sldNum" sz="quarter" idx="12"/>
          </p:nvPr>
        </p:nvSpPr>
        <p:spPr/>
        <p:txBody>
          <a:bodyPr/>
          <a:lstStyle/>
          <a:p>
            <a:fld id="{50D3C8B2-6F41-4419-91EE-BC3E1745F8DC}" type="slidenum">
              <a:rPr kumimoji="1" lang="ja-JP" altLang="en-US" smtClean="0"/>
              <a:t>‹#›</a:t>
            </a:fld>
            <a:endParaRPr kumimoji="1" lang="ja-JP" altLang="en-US"/>
          </a:p>
        </p:txBody>
      </p:sp>
    </p:spTree>
    <p:extLst>
      <p:ext uri="{BB962C8B-B14F-4D97-AF65-F5344CB8AC3E}">
        <p14:creationId xmlns:p14="http://schemas.microsoft.com/office/powerpoint/2010/main" val="3662345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EB607F5-524F-3D88-0069-7670356353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227E734-851E-C69B-62A5-E4E0BBA6B2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EBBD459-9D0C-E02C-26A4-46A7752EFB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34461F-A6A7-4BD0-807D-2D2B72E0285A}" type="datetime1">
              <a:rPr kumimoji="1" lang="ja-JP" altLang="en-US" smtClean="0"/>
              <a:t>2025/12/25</a:t>
            </a:fld>
            <a:endParaRPr kumimoji="1" lang="ja-JP" altLang="en-US"/>
          </a:p>
        </p:txBody>
      </p:sp>
      <p:sp>
        <p:nvSpPr>
          <p:cNvPr id="5" name="フッター プレースホルダー 4">
            <a:extLst>
              <a:ext uri="{FF2B5EF4-FFF2-40B4-BE49-F238E27FC236}">
                <a16:creationId xmlns:a16="http://schemas.microsoft.com/office/drawing/2014/main" id="{B4EA3EEC-5F6E-D8FE-7592-BABC6FCB82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A13F955-61DB-48EA-D0B1-D433D64B06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D3C8B2-6F41-4419-91EE-BC3E1745F8DC}" type="slidenum">
              <a:rPr kumimoji="1" lang="ja-JP" altLang="en-US" smtClean="0"/>
              <a:t>‹#›</a:t>
            </a:fld>
            <a:endParaRPr kumimoji="1" lang="ja-JP" altLang="en-US"/>
          </a:p>
        </p:txBody>
      </p:sp>
    </p:spTree>
    <p:extLst>
      <p:ext uri="{BB962C8B-B14F-4D97-AF65-F5344CB8AC3E}">
        <p14:creationId xmlns:p14="http://schemas.microsoft.com/office/powerpoint/2010/main" val="3827012438"/>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1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2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xml"/><Relationship Id="rId5" Type="http://schemas.openxmlformats.org/officeDocument/2006/relationships/image" Target="../media/image69.png"/><Relationship Id="rId4" Type="http://schemas.openxmlformats.org/officeDocument/2006/relationships/image" Target="../media/image68.png"/></Relationships>
</file>

<file path=ppt/slides/_rels/slide2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AA08AD-ABBE-BDFB-E5E8-F0CA6A32654B}"/>
              </a:ext>
            </a:extLst>
          </p:cNvPr>
          <p:cNvSpPr>
            <a:spLocks noGrp="1"/>
          </p:cNvSpPr>
          <p:nvPr>
            <p:ph type="ctrTitle"/>
          </p:nvPr>
        </p:nvSpPr>
        <p:spPr>
          <a:xfrm>
            <a:off x="1524000" y="1122363"/>
            <a:ext cx="9144000" cy="1468437"/>
          </a:xfrm>
        </p:spPr>
        <p:txBody>
          <a:bodyPr>
            <a:normAutofit/>
          </a:bodyPr>
          <a:lstStyle/>
          <a:p>
            <a:r>
              <a:rPr kumimoji="1" lang="ja-JP" altLang="en-US" sz="3200" dirty="0"/>
              <a:t>マルチフラクタルについて</a:t>
            </a:r>
          </a:p>
        </p:txBody>
      </p:sp>
      <p:sp>
        <p:nvSpPr>
          <p:cNvPr id="3" name="字幕 2">
            <a:extLst>
              <a:ext uri="{FF2B5EF4-FFF2-40B4-BE49-F238E27FC236}">
                <a16:creationId xmlns:a16="http://schemas.microsoft.com/office/drawing/2014/main" id="{E70DC557-D420-2082-6678-BDEA5550ADCD}"/>
              </a:ext>
            </a:extLst>
          </p:cNvPr>
          <p:cNvSpPr>
            <a:spLocks noGrp="1"/>
          </p:cNvSpPr>
          <p:nvPr>
            <p:ph type="subTitle" idx="1"/>
          </p:nvPr>
        </p:nvSpPr>
        <p:spPr>
          <a:xfrm>
            <a:off x="1524000" y="4027713"/>
            <a:ext cx="9144000" cy="1262743"/>
          </a:xfrm>
        </p:spPr>
        <p:txBody>
          <a:bodyPr/>
          <a:lstStyle/>
          <a:p>
            <a:r>
              <a:rPr kumimoji="1" lang="en-US" altLang="ja-JP" dirty="0"/>
              <a:t>2025/12/25</a:t>
            </a:r>
            <a:endParaRPr kumimoji="1" lang="ja-JP" altLang="en-US" dirty="0"/>
          </a:p>
        </p:txBody>
      </p:sp>
      <p:sp>
        <p:nvSpPr>
          <p:cNvPr id="4" name="スライド番号プレースホルダー 3">
            <a:extLst>
              <a:ext uri="{FF2B5EF4-FFF2-40B4-BE49-F238E27FC236}">
                <a16:creationId xmlns:a16="http://schemas.microsoft.com/office/drawing/2014/main" id="{47ADA1F0-5ADC-E6BD-FBDA-226AEF634990}"/>
              </a:ext>
            </a:extLst>
          </p:cNvPr>
          <p:cNvSpPr>
            <a:spLocks noGrp="1"/>
          </p:cNvSpPr>
          <p:nvPr>
            <p:ph type="sldNum" sz="quarter" idx="12"/>
          </p:nvPr>
        </p:nvSpPr>
        <p:spPr/>
        <p:txBody>
          <a:bodyPr/>
          <a:lstStyle/>
          <a:p>
            <a:fld id="{50D3C8B2-6F41-4419-91EE-BC3E1745F8DC}" type="slidenum">
              <a:rPr kumimoji="1" lang="ja-JP" altLang="en-US" smtClean="0"/>
              <a:t>1</a:t>
            </a:fld>
            <a:endParaRPr kumimoji="1" lang="ja-JP" altLang="en-US"/>
          </a:p>
        </p:txBody>
      </p:sp>
    </p:spTree>
    <p:extLst>
      <p:ext uri="{BB962C8B-B14F-4D97-AF65-F5344CB8AC3E}">
        <p14:creationId xmlns:p14="http://schemas.microsoft.com/office/powerpoint/2010/main" val="3627486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45E42A-EE4D-549E-2A3E-D3C8D39197B1}"/>
              </a:ext>
            </a:extLst>
          </p:cNvPr>
          <p:cNvSpPr>
            <a:spLocks noGrp="1"/>
          </p:cNvSpPr>
          <p:nvPr>
            <p:ph type="title"/>
          </p:nvPr>
        </p:nvSpPr>
        <p:spPr/>
        <p:txBody>
          <a:bodyPr/>
          <a:lstStyle/>
          <a:p>
            <a:r>
              <a:rPr kumimoji="1" lang="ja-JP" altLang="en-US" dirty="0"/>
              <a:t>はじめに</a:t>
            </a:r>
          </a:p>
        </p:txBody>
      </p:sp>
      <p:sp>
        <p:nvSpPr>
          <p:cNvPr id="3" name="コンテンツ プレースホルダー 2">
            <a:extLst>
              <a:ext uri="{FF2B5EF4-FFF2-40B4-BE49-F238E27FC236}">
                <a16:creationId xmlns:a16="http://schemas.microsoft.com/office/drawing/2014/main" id="{A826D038-EAC8-1741-7CBE-6FE27003E492}"/>
              </a:ext>
            </a:extLst>
          </p:cNvPr>
          <p:cNvSpPr>
            <a:spLocks noGrp="1"/>
          </p:cNvSpPr>
          <p:nvPr>
            <p:ph idx="1"/>
          </p:nvPr>
        </p:nvSpPr>
        <p:spPr/>
        <p:txBody>
          <a:bodyPr/>
          <a:lstStyle/>
          <a:p>
            <a:r>
              <a:rPr kumimoji="1" lang="en-US" altLang="ja-JP" dirty="0"/>
              <a:t>DSS</a:t>
            </a:r>
            <a:r>
              <a:rPr kumimoji="1" lang="ja-JP" altLang="en-US" dirty="0"/>
              <a:t>での疑似マーケットデータ生成</a:t>
            </a:r>
            <a:endParaRPr kumimoji="1" lang="en-US" altLang="ja-JP" dirty="0"/>
          </a:p>
          <a:p>
            <a:pPr lvl="1"/>
            <a:r>
              <a:rPr lang="ja-JP" altLang="en-US" dirty="0"/>
              <a:t>分布の性質は比較的簡単に再現</a:t>
            </a:r>
            <a:endParaRPr lang="en-US" altLang="ja-JP" dirty="0"/>
          </a:p>
          <a:p>
            <a:pPr lvl="1"/>
            <a:r>
              <a:rPr kumimoji="1" lang="ja-JP" altLang="en-US" dirty="0"/>
              <a:t>一方時系列的な性質はやや</a:t>
            </a:r>
            <a:endParaRPr kumimoji="1" lang="en-US" altLang="ja-JP" dirty="0"/>
          </a:p>
          <a:p>
            <a:pPr lvl="2"/>
            <a:r>
              <a:rPr lang="ja-JP" altLang="en-US" dirty="0"/>
              <a:t>疑似データを見破る道具を見つけたい</a:t>
            </a:r>
            <a:endParaRPr kumimoji="1" lang="en-US" altLang="ja-JP" dirty="0"/>
          </a:p>
          <a:p>
            <a:pPr lvl="1"/>
            <a:endParaRPr kumimoji="1" lang="en-US" altLang="ja-JP" dirty="0"/>
          </a:p>
          <a:p>
            <a:r>
              <a:rPr lang="en-US" altLang="ja-JP" dirty="0"/>
              <a:t>x</a:t>
            </a:r>
            <a:r>
              <a:rPr lang="ja-JP" altLang="en-US" dirty="0"/>
              <a:t>ｘ</a:t>
            </a:r>
            <a:r>
              <a:rPr kumimoji="1" lang="ja-JP" altLang="en-US" dirty="0"/>
              <a:t>研共同研究</a:t>
            </a:r>
            <a:endParaRPr kumimoji="1" lang="en-US" altLang="ja-JP" dirty="0"/>
          </a:p>
          <a:p>
            <a:pPr lvl="1"/>
            <a:r>
              <a:rPr kumimoji="1" lang="ja-JP" altLang="en-US" dirty="0"/>
              <a:t>過去の研究で一般化ハースト指数が出てきたが、全く理解できていない</a:t>
            </a:r>
          </a:p>
        </p:txBody>
      </p:sp>
      <p:sp>
        <p:nvSpPr>
          <p:cNvPr id="4" name="スライド番号プレースホルダー 3">
            <a:extLst>
              <a:ext uri="{FF2B5EF4-FFF2-40B4-BE49-F238E27FC236}">
                <a16:creationId xmlns:a16="http://schemas.microsoft.com/office/drawing/2014/main" id="{576F7B23-73F0-5A0C-A9F5-69E4FC1C9DB7}"/>
              </a:ext>
            </a:extLst>
          </p:cNvPr>
          <p:cNvSpPr>
            <a:spLocks noGrp="1"/>
          </p:cNvSpPr>
          <p:nvPr>
            <p:ph type="sldNum" sz="quarter" idx="12"/>
          </p:nvPr>
        </p:nvSpPr>
        <p:spPr/>
        <p:txBody>
          <a:bodyPr/>
          <a:lstStyle/>
          <a:p>
            <a:fld id="{50D3C8B2-6F41-4419-91EE-BC3E1745F8DC}" type="slidenum">
              <a:rPr kumimoji="1" lang="ja-JP" altLang="en-US" smtClean="0"/>
              <a:t>2</a:t>
            </a:fld>
            <a:endParaRPr kumimoji="1" lang="ja-JP" altLang="en-US"/>
          </a:p>
        </p:txBody>
      </p:sp>
    </p:spTree>
    <p:extLst>
      <p:ext uri="{BB962C8B-B14F-4D97-AF65-F5344CB8AC3E}">
        <p14:creationId xmlns:p14="http://schemas.microsoft.com/office/powerpoint/2010/main" val="2136311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AD7363-1CB8-CCC3-3AF3-03BB359991BE}"/>
              </a:ext>
            </a:extLst>
          </p:cNvPr>
          <p:cNvSpPr>
            <a:spLocks noGrp="1"/>
          </p:cNvSpPr>
          <p:nvPr>
            <p:ph type="title"/>
          </p:nvPr>
        </p:nvSpPr>
        <p:spPr/>
        <p:txBody>
          <a:bodyPr/>
          <a:lstStyle/>
          <a:p>
            <a:r>
              <a:rPr lang="ja-JP" altLang="en-US" dirty="0"/>
              <a:t>ハースト指数とは</a:t>
            </a:r>
            <a:endParaRPr kumimoji="1" lang="ja-JP" altLang="en-US" dirty="0"/>
          </a:p>
        </p:txBody>
      </p:sp>
      <p:sp>
        <p:nvSpPr>
          <p:cNvPr id="3" name="コンテンツ プレースホルダー 2">
            <a:extLst>
              <a:ext uri="{FF2B5EF4-FFF2-40B4-BE49-F238E27FC236}">
                <a16:creationId xmlns:a16="http://schemas.microsoft.com/office/drawing/2014/main" id="{B18E2A6C-7D33-8AF5-B7FD-9FEA7C06F261}"/>
              </a:ext>
            </a:extLst>
          </p:cNvPr>
          <p:cNvSpPr>
            <a:spLocks noGrp="1"/>
          </p:cNvSpPr>
          <p:nvPr>
            <p:ph idx="1"/>
          </p:nvPr>
        </p:nvSpPr>
        <p:spPr>
          <a:xfrm>
            <a:off x="237836" y="1034625"/>
            <a:ext cx="11520054" cy="5420603"/>
          </a:xfrm>
        </p:spPr>
        <p:txBody>
          <a:bodyPr>
            <a:normAutofit lnSpcReduction="10000"/>
          </a:bodyPr>
          <a:lstStyle/>
          <a:p>
            <a:r>
              <a:rPr kumimoji="1" lang="ja-JP" altLang="en-US" dirty="0"/>
              <a:t>位置づけ</a:t>
            </a:r>
          </a:p>
          <a:p>
            <a:pPr lvl="1"/>
            <a:r>
              <a:rPr kumimoji="1" lang="ja-JP" altLang="en-US" dirty="0"/>
              <a:t>時系列が持つスケーリング構造を要約する代表的指標</a:t>
            </a:r>
          </a:p>
          <a:p>
            <a:pPr lvl="1"/>
            <a:r>
              <a:rPr kumimoji="1" lang="ja-JP" altLang="en-US" dirty="0"/>
              <a:t>自己相似性・長期依存性の定量化</a:t>
            </a:r>
            <a:endParaRPr kumimoji="1" lang="en-US" altLang="ja-JP" dirty="0"/>
          </a:p>
          <a:p>
            <a:endParaRPr kumimoji="1" lang="en-US" altLang="ja-JP" dirty="0"/>
          </a:p>
          <a:p>
            <a:r>
              <a:rPr lang="ja-JP" altLang="en-US" dirty="0"/>
              <a:t>定義（スケーリング則）</a:t>
            </a:r>
            <a:endParaRPr kumimoji="1" lang="en-US" altLang="ja-JP" dirty="0"/>
          </a:p>
          <a:p>
            <a:pPr lvl="1"/>
            <a:r>
              <a:rPr kumimoji="1" lang="ja-JP" altLang="en-US" dirty="0"/>
              <a:t>任意の</a:t>
            </a:r>
            <a:r>
              <a:rPr kumimoji="1" lang="en-US" altLang="ja-JP" dirty="0"/>
              <a:t>a&gt;0</a:t>
            </a:r>
            <a:r>
              <a:rPr kumimoji="1" lang="ja-JP" altLang="en-US" dirty="0"/>
              <a:t>に対して</a:t>
            </a:r>
            <a:endParaRPr kumimoji="1" lang="en-US" altLang="ja-JP" dirty="0"/>
          </a:p>
          <a:p>
            <a:pPr marL="0" indent="0">
              <a:buNone/>
            </a:pPr>
            <a:endParaRPr kumimoji="1" lang="en-US" altLang="ja-JP" dirty="0"/>
          </a:p>
          <a:p>
            <a:r>
              <a:rPr kumimoji="1" lang="ja-JP" altLang="en-US" dirty="0"/>
              <a:t>直感的意味</a:t>
            </a:r>
          </a:p>
          <a:p>
            <a:pPr lvl="1"/>
            <a:r>
              <a:rPr kumimoji="1" lang="ja-JP" altLang="en-US" dirty="0"/>
              <a:t>時間軸を </a:t>
            </a:r>
            <a:r>
              <a:rPr lang="en-US" altLang="ja-JP" dirty="0"/>
              <a:t>a </a:t>
            </a:r>
            <a:r>
              <a:rPr kumimoji="1" lang="ja-JP" altLang="en-US" dirty="0"/>
              <a:t>倍</a:t>
            </a:r>
            <a:r>
              <a:rPr lang="ja-JP" altLang="en-US" dirty="0"/>
              <a:t>に引きのばしたとき、値動き（振幅）を       倍すれば分布が一致</a:t>
            </a:r>
            <a:endParaRPr lang="en-US" altLang="ja-JP" dirty="0"/>
          </a:p>
          <a:p>
            <a:pPr marL="457200" lvl="1" indent="0">
              <a:buNone/>
            </a:pPr>
            <a:endParaRPr lang="en-US" altLang="ja-JP" dirty="0"/>
          </a:p>
          <a:p>
            <a:r>
              <a:rPr lang="ja-JP" altLang="en-US" dirty="0"/>
              <a:t>ブラウン運動の場合</a:t>
            </a:r>
            <a:endParaRPr lang="en-US" altLang="ja-JP" dirty="0"/>
          </a:p>
          <a:p>
            <a:endParaRPr lang="en-US" altLang="ja-JP" dirty="0"/>
          </a:p>
          <a:p>
            <a:endParaRPr lang="en-US" altLang="ja-JP" dirty="0"/>
          </a:p>
          <a:p>
            <a:r>
              <a:rPr kumimoji="1" lang="ja-JP" altLang="en-US" dirty="0"/>
              <a:t>代表的な値</a:t>
            </a:r>
            <a:endParaRPr kumimoji="1" lang="en-US" altLang="ja-JP" dirty="0"/>
          </a:p>
          <a:p>
            <a:pPr lvl="1"/>
            <a:r>
              <a:rPr lang="en-US" altLang="ja-JP" dirty="0"/>
              <a:t>H = 0.5</a:t>
            </a:r>
            <a:r>
              <a:rPr lang="ja-JP" altLang="en-US" dirty="0"/>
              <a:t>：ブラウン運動　（増分が正規分布でなくても</a:t>
            </a:r>
            <a:r>
              <a:rPr lang="en-US" altLang="ja-JP" dirty="0" err="1"/>
              <a:t>i.i.d</a:t>
            </a:r>
            <a:r>
              <a:rPr lang="ja-JP" altLang="en-US" dirty="0"/>
              <a:t>かつ分散有限な分布であれば</a:t>
            </a:r>
            <a:r>
              <a:rPr lang="en-US" altLang="ja-JP" dirty="0"/>
              <a:t>H=0.5)</a:t>
            </a:r>
          </a:p>
          <a:p>
            <a:pPr lvl="1"/>
            <a:r>
              <a:rPr kumimoji="1" lang="en-US" altLang="ja-JP" dirty="0"/>
              <a:t>H &gt; 0.5</a:t>
            </a:r>
            <a:r>
              <a:rPr lang="ja-JP" altLang="en-US" dirty="0"/>
              <a:t>：持続的（トレンド的）</a:t>
            </a:r>
            <a:endParaRPr lang="en-US" altLang="ja-JP" dirty="0"/>
          </a:p>
          <a:p>
            <a:pPr lvl="1"/>
            <a:r>
              <a:rPr kumimoji="1" lang="en-US" altLang="ja-JP" dirty="0"/>
              <a:t>H &lt; 0.5</a:t>
            </a:r>
            <a:r>
              <a:rPr kumimoji="1" lang="ja-JP" altLang="en-US" dirty="0"/>
              <a:t>：反持続的（</a:t>
            </a:r>
            <a:r>
              <a:rPr lang="ja-JP" altLang="en-US" dirty="0"/>
              <a:t>平均回帰</a:t>
            </a:r>
            <a:r>
              <a:rPr kumimoji="1" lang="ja-JP" altLang="en-US" dirty="0"/>
              <a:t>）</a:t>
            </a:r>
            <a:endParaRPr kumimoji="1" lang="en-US" altLang="ja-JP" dirty="0"/>
          </a:p>
          <a:p>
            <a:pPr lvl="1"/>
            <a:endParaRPr lang="en-US" altLang="ja-JP" dirty="0"/>
          </a:p>
        </p:txBody>
      </p:sp>
      <p:pic>
        <p:nvPicPr>
          <p:cNvPr id="5" name="図 4">
            <a:extLst>
              <a:ext uri="{FF2B5EF4-FFF2-40B4-BE49-F238E27FC236}">
                <a16:creationId xmlns:a16="http://schemas.microsoft.com/office/drawing/2014/main" id="{32673F2C-E8C4-947E-F505-5C82BDFACAA8}"/>
              </a:ext>
            </a:extLst>
          </p:cNvPr>
          <p:cNvPicPr>
            <a:picLocks noChangeAspect="1"/>
          </p:cNvPicPr>
          <p:nvPr/>
        </p:nvPicPr>
        <p:blipFill>
          <a:blip r:embed="rId2"/>
          <a:stretch>
            <a:fillRect/>
          </a:stretch>
        </p:blipFill>
        <p:spPr>
          <a:xfrm>
            <a:off x="3866366" y="2456700"/>
            <a:ext cx="2229634" cy="546621"/>
          </a:xfrm>
          <a:prstGeom prst="rect">
            <a:avLst/>
          </a:prstGeom>
        </p:spPr>
      </p:pic>
      <p:pic>
        <p:nvPicPr>
          <p:cNvPr id="8" name="図 7">
            <a:extLst>
              <a:ext uri="{FF2B5EF4-FFF2-40B4-BE49-F238E27FC236}">
                <a16:creationId xmlns:a16="http://schemas.microsoft.com/office/drawing/2014/main" id="{B1C8D111-8612-F007-26C0-A6E4319222BB}"/>
              </a:ext>
            </a:extLst>
          </p:cNvPr>
          <p:cNvPicPr>
            <a:picLocks noChangeAspect="1"/>
          </p:cNvPicPr>
          <p:nvPr/>
        </p:nvPicPr>
        <p:blipFill>
          <a:blip r:embed="rId3"/>
          <a:stretch>
            <a:fillRect/>
          </a:stretch>
        </p:blipFill>
        <p:spPr>
          <a:xfrm>
            <a:off x="3866366" y="4471021"/>
            <a:ext cx="2121861" cy="516506"/>
          </a:xfrm>
          <a:prstGeom prst="rect">
            <a:avLst/>
          </a:prstGeom>
        </p:spPr>
      </p:pic>
      <p:sp>
        <p:nvSpPr>
          <p:cNvPr id="4" name="テキスト ボックス 3">
            <a:extLst>
              <a:ext uri="{FF2B5EF4-FFF2-40B4-BE49-F238E27FC236}">
                <a16:creationId xmlns:a16="http://schemas.microsoft.com/office/drawing/2014/main" id="{5F2EA6E7-C111-1395-AACF-247F77A4F517}"/>
              </a:ext>
            </a:extLst>
          </p:cNvPr>
          <p:cNvSpPr txBox="1"/>
          <p:nvPr/>
        </p:nvSpPr>
        <p:spPr>
          <a:xfrm>
            <a:off x="7086601" y="2545344"/>
            <a:ext cx="2950028" cy="369332"/>
          </a:xfrm>
          <a:prstGeom prst="rect">
            <a:avLst/>
          </a:prstGeom>
          <a:noFill/>
        </p:spPr>
        <p:txBody>
          <a:bodyPr wrap="square" rtlCol="0">
            <a:spAutoFit/>
          </a:bodyPr>
          <a:lstStyle/>
          <a:p>
            <a:r>
              <a:rPr kumimoji="1" lang="en-US" altLang="ja-JP" dirty="0"/>
              <a:t>H : </a:t>
            </a:r>
            <a:r>
              <a:rPr kumimoji="1" lang="ja-JP" altLang="en-US" dirty="0"/>
              <a:t>ハースト指数</a:t>
            </a:r>
          </a:p>
        </p:txBody>
      </p:sp>
      <p:pic>
        <p:nvPicPr>
          <p:cNvPr id="7" name="図 6">
            <a:extLst>
              <a:ext uri="{FF2B5EF4-FFF2-40B4-BE49-F238E27FC236}">
                <a16:creationId xmlns:a16="http://schemas.microsoft.com/office/drawing/2014/main" id="{C45736C2-1595-B4AC-3319-813FE4DDE3F5}"/>
              </a:ext>
            </a:extLst>
          </p:cNvPr>
          <p:cNvPicPr>
            <a:picLocks noChangeAspect="1"/>
          </p:cNvPicPr>
          <p:nvPr/>
        </p:nvPicPr>
        <p:blipFill>
          <a:blip r:embed="rId4"/>
          <a:stretch>
            <a:fillRect/>
          </a:stretch>
        </p:blipFill>
        <p:spPr>
          <a:xfrm>
            <a:off x="6581578" y="3450772"/>
            <a:ext cx="333422" cy="342948"/>
          </a:xfrm>
          <a:prstGeom prst="rect">
            <a:avLst/>
          </a:prstGeom>
        </p:spPr>
      </p:pic>
      <p:sp>
        <p:nvSpPr>
          <p:cNvPr id="9" name="スライド番号プレースホルダー 8">
            <a:extLst>
              <a:ext uri="{FF2B5EF4-FFF2-40B4-BE49-F238E27FC236}">
                <a16:creationId xmlns:a16="http://schemas.microsoft.com/office/drawing/2014/main" id="{25BCAFF7-922B-3CB3-9EAE-ABAA895A66EC}"/>
              </a:ext>
            </a:extLst>
          </p:cNvPr>
          <p:cNvSpPr>
            <a:spLocks noGrp="1"/>
          </p:cNvSpPr>
          <p:nvPr>
            <p:ph type="sldNum" sz="quarter" idx="12"/>
          </p:nvPr>
        </p:nvSpPr>
        <p:spPr/>
        <p:txBody>
          <a:bodyPr/>
          <a:lstStyle/>
          <a:p>
            <a:fld id="{50D3C8B2-6F41-4419-91EE-BC3E1745F8DC}" type="slidenum">
              <a:rPr kumimoji="1" lang="ja-JP" altLang="en-US" smtClean="0"/>
              <a:t>3</a:t>
            </a:fld>
            <a:endParaRPr kumimoji="1" lang="ja-JP" altLang="en-US"/>
          </a:p>
        </p:txBody>
      </p:sp>
    </p:spTree>
    <p:extLst>
      <p:ext uri="{BB962C8B-B14F-4D97-AF65-F5344CB8AC3E}">
        <p14:creationId xmlns:p14="http://schemas.microsoft.com/office/powerpoint/2010/main" val="376465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351DE9-CEA5-68D0-4BDC-707BA7F4AE00}"/>
              </a:ext>
            </a:extLst>
          </p:cNvPr>
          <p:cNvSpPr>
            <a:spLocks noGrp="1"/>
          </p:cNvSpPr>
          <p:nvPr>
            <p:ph type="title"/>
          </p:nvPr>
        </p:nvSpPr>
        <p:spPr/>
        <p:txBody>
          <a:bodyPr/>
          <a:lstStyle/>
          <a:p>
            <a:r>
              <a:rPr kumimoji="1" lang="ja-JP" altLang="en-US" dirty="0"/>
              <a:t>非整数ブラウン運動</a:t>
            </a:r>
          </a:p>
        </p:txBody>
      </p:sp>
      <p:sp>
        <p:nvSpPr>
          <p:cNvPr id="3" name="コンテンツ プレースホルダー 2">
            <a:extLst>
              <a:ext uri="{FF2B5EF4-FFF2-40B4-BE49-F238E27FC236}">
                <a16:creationId xmlns:a16="http://schemas.microsoft.com/office/drawing/2014/main" id="{3304AF15-1ACB-3366-FAB0-ABC57875240F}"/>
              </a:ext>
            </a:extLst>
          </p:cNvPr>
          <p:cNvSpPr>
            <a:spLocks noGrp="1"/>
          </p:cNvSpPr>
          <p:nvPr>
            <p:ph idx="1"/>
          </p:nvPr>
        </p:nvSpPr>
        <p:spPr>
          <a:xfrm>
            <a:off x="335973" y="1044917"/>
            <a:ext cx="6380513" cy="356259"/>
          </a:xfrm>
        </p:spPr>
        <p:txBody>
          <a:bodyPr/>
          <a:lstStyle/>
          <a:p>
            <a:r>
              <a:rPr kumimoji="1" lang="ja-JP" altLang="en-US" dirty="0"/>
              <a:t>非整数ブラウン運動の性質</a:t>
            </a:r>
          </a:p>
        </p:txBody>
      </p:sp>
      <p:pic>
        <p:nvPicPr>
          <p:cNvPr id="5" name="図 4" descr="テキスト, 手紙">
            <a:extLst>
              <a:ext uri="{FF2B5EF4-FFF2-40B4-BE49-F238E27FC236}">
                <a16:creationId xmlns:a16="http://schemas.microsoft.com/office/drawing/2014/main" id="{69E75E6B-AB24-76DC-67B9-D2DD5220C3FD}"/>
              </a:ext>
            </a:extLst>
          </p:cNvPr>
          <p:cNvPicPr>
            <a:picLocks noChangeAspect="1"/>
          </p:cNvPicPr>
          <p:nvPr/>
        </p:nvPicPr>
        <p:blipFill>
          <a:blip r:embed="rId2"/>
          <a:stretch>
            <a:fillRect/>
          </a:stretch>
        </p:blipFill>
        <p:spPr>
          <a:xfrm>
            <a:off x="237009" y="1536669"/>
            <a:ext cx="4714056" cy="1515233"/>
          </a:xfrm>
          <a:prstGeom prst="rect">
            <a:avLst/>
          </a:prstGeom>
        </p:spPr>
      </p:pic>
      <p:pic>
        <p:nvPicPr>
          <p:cNvPr id="7" name="図 6" descr="テキスト&#10;&#10;AI 生成コンテンツは誤りを含む可能性があります。">
            <a:extLst>
              <a:ext uri="{FF2B5EF4-FFF2-40B4-BE49-F238E27FC236}">
                <a16:creationId xmlns:a16="http://schemas.microsoft.com/office/drawing/2014/main" id="{DDCE6A7E-AC33-4C21-4D4D-C818651C6624}"/>
              </a:ext>
            </a:extLst>
          </p:cNvPr>
          <p:cNvPicPr>
            <a:picLocks noChangeAspect="1"/>
          </p:cNvPicPr>
          <p:nvPr/>
        </p:nvPicPr>
        <p:blipFill>
          <a:blip r:embed="rId3"/>
          <a:stretch>
            <a:fillRect/>
          </a:stretch>
        </p:blipFill>
        <p:spPr>
          <a:xfrm>
            <a:off x="473931" y="3088639"/>
            <a:ext cx="5622069" cy="728038"/>
          </a:xfrm>
          <a:prstGeom prst="rect">
            <a:avLst/>
          </a:prstGeom>
        </p:spPr>
      </p:pic>
      <p:grpSp>
        <p:nvGrpSpPr>
          <p:cNvPr id="21" name="グループ化 20">
            <a:extLst>
              <a:ext uri="{FF2B5EF4-FFF2-40B4-BE49-F238E27FC236}">
                <a16:creationId xmlns:a16="http://schemas.microsoft.com/office/drawing/2014/main" id="{E07D5504-52F3-3E48-1F15-0CC40F978C63}"/>
              </a:ext>
            </a:extLst>
          </p:cNvPr>
          <p:cNvGrpSpPr/>
          <p:nvPr/>
        </p:nvGrpSpPr>
        <p:grpSpPr>
          <a:xfrm>
            <a:off x="6625320" y="2109228"/>
            <a:ext cx="5005663" cy="3943503"/>
            <a:chOff x="6183086" y="814976"/>
            <a:chExt cx="5005663" cy="3943503"/>
          </a:xfrm>
        </p:grpSpPr>
        <p:sp>
          <p:nvSpPr>
            <p:cNvPr id="8" name="テキスト ボックス 7">
              <a:extLst>
                <a:ext uri="{FF2B5EF4-FFF2-40B4-BE49-F238E27FC236}">
                  <a16:creationId xmlns:a16="http://schemas.microsoft.com/office/drawing/2014/main" id="{E71F4325-173D-FB6F-FFD5-E923E3031F9F}"/>
                </a:ext>
              </a:extLst>
            </p:cNvPr>
            <p:cNvSpPr txBox="1"/>
            <p:nvPr/>
          </p:nvSpPr>
          <p:spPr>
            <a:xfrm>
              <a:off x="6183086" y="2153093"/>
              <a:ext cx="1132115" cy="369332"/>
            </a:xfrm>
            <a:prstGeom prst="rect">
              <a:avLst/>
            </a:prstGeom>
            <a:noFill/>
          </p:spPr>
          <p:txBody>
            <a:bodyPr wrap="square" rtlCol="0">
              <a:spAutoFit/>
            </a:bodyPr>
            <a:lstStyle/>
            <a:p>
              <a:r>
                <a:rPr kumimoji="1" lang="ja-JP" altLang="en-US" dirty="0"/>
                <a:t>非ガウス</a:t>
              </a:r>
            </a:p>
          </p:txBody>
        </p:sp>
        <p:sp>
          <p:nvSpPr>
            <p:cNvPr id="9" name="テキスト ボックス 8">
              <a:extLst>
                <a:ext uri="{FF2B5EF4-FFF2-40B4-BE49-F238E27FC236}">
                  <a16:creationId xmlns:a16="http://schemas.microsoft.com/office/drawing/2014/main" id="{DF512ADF-0477-383D-3E5F-A4D35C77FC3D}"/>
                </a:ext>
              </a:extLst>
            </p:cNvPr>
            <p:cNvSpPr txBox="1"/>
            <p:nvPr/>
          </p:nvSpPr>
          <p:spPr>
            <a:xfrm>
              <a:off x="6183086" y="3759110"/>
              <a:ext cx="1132115" cy="369332"/>
            </a:xfrm>
            <a:prstGeom prst="rect">
              <a:avLst/>
            </a:prstGeom>
            <a:noFill/>
          </p:spPr>
          <p:txBody>
            <a:bodyPr wrap="square" rtlCol="0">
              <a:spAutoFit/>
            </a:bodyPr>
            <a:lstStyle/>
            <a:p>
              <a:pPr algn="ctr"/>
              <a:r>
                <a:rPr kumimoji="1" lang="ja-JP" altLang="en-US" dirty="0"/>
                <a:t>ガウス</a:t>
              </a:r>
            </a:p>
          </p:txBody>
        </p:sp>
        <p:sp>
          <p:nvSpPr>
            <p:cNvPr id="10" name="テキスト ボックス 9">
              <a:extLst>
                <a:ext uri="{FF2B5EF4-FFF2-40B4-BE49-F238E27FC236}">
                  <a16:creationId xmlns:a16="http://schemas.microsoft.com/office/drawing/2014/main" id="{3244B1A1-1D2F-E108-E602-8238D9B86CE3}"/>
                </a:ext>
              </a:extLst>
            </p:cNvPr>
            <p:cNvSpPr txBox="1"/>
            <p:nvPr/>
          </p:nvSpPr>
          <p:spPr>
            <a:xfrm>
              <a:off x="7753943" y="894247"/>
              <a:ext cx="1132115" cy="369332"/>
            </a:xfrm>
            <a:prstGeom prst="rect">
              <a:avLst/>
            </a:prstGeom>
            <a:noFill/>
          </p:spPr>
          <p:txBody>
            <a:bodyPr wrap="square" rtlCol="0">
              <a:spAutoFit/>
            </a:bodyPr>
            <a:lstStyle/>
            <a:p>
              <a:pPr algn="ctr"/>
              <a:r>
                <a:rPr lang="ja-JP" altLang="en-US" dirty="0"/>
                <a:t>独立</a:t>
              </a:r>
              <a:endParaRPr kumimoji="1" lang="ja-JP" altLang="en-US" dirty="0"/>
            </a:p>
          </p:txBody>
        </p:sp>
        <p:sp>
          <p:nvSpPr>
            <p:cNvPr id="11" name="テキスト ボックス 10">
              <a:extLst>
                <a:ext uri="{FF2B5EF4-FFF2-40B4-BE49-F238E27FC236}">
                  <a16:creationId xmlns:a16="http://schemas.microsoft.com/office/drawing/2014/main" id="{5512AD6D-E33E-852F-BA2C-74432945E55A}"/>
                </a:ext>
              </a:extLst>
            </p:cNvPr>
            <p:cNvSpPr txBox="1"/>
            <p:nvPr/>
          </p:nvSpPr>
          <p:spPr>
            <a:xfrm>
              <a:off x="9563853" y="814976"/>
              <a:ext cx="1410105" cy="646331"/>
            </a:xfrm>
            <a:prstGeom prst="rect">
              <a:avLst/>
            </a:prstGeom>
            <a:noFill/>
          </p:spPr>
          <p:txBody>
            <a:bodyPr wrap="square" rtlCol="0">
              <a:spAutoFit/>
            </a:bodyPr>
            <a:lstStyle/>
            <a:p>
              <a:pPr algn="ctr"/>
              <a:r>
                <a:rPr kumimoji="1" lang="ja-JP" altLang="en-US" dirty="0"/>
                <a:t>自己相似性（相関）</a:t>
              </a:r>
            </a:p>
          </p:txBody>
        </p:sp>
        <p:sp>
          <p:nvSpPr>
            <p:cNvPr id="12" name="正方形/長方形 11">
              <a:extLst>
                <a:ext uri="{FF2B5EF4-FFF2-40B4-BE49-F238E27FC236}">
                  <a16:creationId xmlns:a16="http://schemas.microsoft.com/office/drawing/2014/main" id="{A7CA1520-9A35-44CF-522B-D99D9BD80A44}"/>
                </a:ext>
              </a:extLst>
            </p:cNvPr>
            <p:cNvSpPr/>
            <p:nvPr/>
          </p:nvSpPr>
          <p:spPr>
            <a:xfrm>
              <a:off x="7400160" y="1398791"/>
              <a:ext cx="1839685" cy="162940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ja-JP" altLang="en-US" dirty="0"/>
                <a:t>レヴィ過程</a:t>
              </a:r>
            </a:p>
          </p:txBody>
        </p:sp>
        <p:sp>
          <p:nvSpPr>
            <p:cNvPr id="13" name="正方形/長方形 12">
              <a:extLst>
                <a:ext uri="{FF2B5EF4-FFF2-40B4-BE49-F238E27FC236}">
                  <a16:creationId xmlns:a16="http://schemas.microsoft.com/office/drawing/2014/main" id="{FD1CD1E0-0CFA-3574-502C-4441339A394F}"/>
                </a:ext>
              </a:extLst>
            </p:cNvPr>
            <p:cNvSpPr/>
            <p:nvPr/>
          </p:nvSpPr>
          <p:spPr>
            <a:xfrm>
              <a:off x="9349064" y="1412762"/>
              <a:ext cx="1839685" cy="162940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ja-JP" altLang="en-US" dirty="0"/>
                <a:t>現実の市場</a:t>
              </a:r>
            </a:p>
          </p:txBody>
        </p:sp>
        <p:sp>
          <p:nvSpPr>
            <p:cNvPr id="14" name="正方形/長方形 13">
              <a:extLst>
                <a:ext uri="{FF2B5EF4-FFF2-40B4-BE49-F238E27FC236}">
                  <a16:creationId xmlns:a16="http://schemas.microsoft.com/office/drawing/2014/main" id="{8D5D7A74-96D4-9D16-7439-B031BDFFFB24}"/>
                </a:ext>
              </a:extLst>
            </p:cNvPr>
            <p:cNvSpPr/>
            <p:nvPr/>
          </p:nvSpPr>
          <p:spPr>
            <a:xfrm>
              <a:off x="7400159" y="3129074"/>
              <a:ext cx="1839685" cy="1629405"/>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ja-JP" altLang="en-US" dirty="0"/>
                <a:t>標準</a:t>
              </a:r>
              <a:endParaRPr kumimoji="1" lang="en-US" altLang="ja-JP" dirty="0"/>
            </a:p>
            <a:p>
              <a:pPr algn="ctr"/>
              <a:r>
                <a:rPr kumimoji="1" lang="ja-JP" altLang="en-US" dirty="0"/>
                <a:t>ブラウン運動</a:t>
              </a:r>
            </a:p>
          </p:txBody>
        </p:sp>
        <p:sp>
          <p:nvSpPr>
            <p:cNvPr id="15" name="正方形/長方形 14">
              <a:extLst>
                <a:ext uri="{FF2B5EF4-FFF2-40B4-BE49-F238E27FC236}">
                  <a16:creationId xmlns:a16="http://schemas.microsoft.com/office/drawing/2014/main" id="{95A5709C-57F0-073F-A9C1-C8879175286E}"/>
                </a:ext>
              </a:extLst>
            </p:cNvPr>
            <p:cNvSpPr/>
            <p:nvPr/>
          </p:nvSpPr>
          <p:spPr>
            <a:xfrm>
              <a:off x="9349064" y="3120981"/>
              <a:ext cx="1839685" cy="162940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dirty="0"/>
                <a:t>非整数</a:t>
              </a:r>
              <a:endParaRPr kumimoji="1" lang="en-US" altLang="ja-JP" dirty="0"/>
            </a:p>
            <a:p>
              <a:pPr algn="ctr"/>
              <a:r>
                <a:rPr kumimoji="1" lang="ja-JP" altLang="en-US" dirty="0"/>
                <a:t>ブラウン運動</a:t>
              </a:r>
            </a:p>
          </p:txBody>
        </p:sp>
      </p:grpSp>
      <p:sp>
        <p:nvSpPr>
          <p:cNvPr id="22" name="スライド番号プレースホルダー 21">
            <a:extLst>
              <a:ext uri="{FF2B5EF4-FFF2-40B4-BE49-F238E27FC236}">
                <a16:creationId xmlns:a16="http://schemas.microsoft.com/office/drawing/2014/main" id="{57F62501-E1D6-2E50-A818-E6230AB0F227}"/>
              </a:ext>
            </a:extLst>
          </p:cNvPr>
          <p:cNvSpPr>
            <a:spLocks noGrp="1"/>
          </p:cNvSpPr>
          <p:nvPr>
            <p:ph type="sldNum" sz="quarter" idx="12"/>
          </p:nvPr>
        </p:nvSpPr>
        <p:spPr/>
        <p:txBody>
          <a:bodyPr/>
          <a:lstStyle/>
          <a:p>
            <a:fld id="{50D3C8B2-6F41-4419-91EE-BC3E1745F8DC}" type="slidenum">
              <a:rPr kumimoji="1" lang="ja-JP" altLang="en-US" smtClean="0"/>
              <a:t>4</a:t>
            </a:fld>
            <a:endParaRPr kumimoji="1" lang="ja-JP" altLang="en-US"/>
          </a:p>
        </p:txBody>
      </p:sp>
      <p:pic>
        <p:nvPicPr>
          <p:cNvPr id="6" name="図 5">
            <a:extLst>
              <a:ext uri="{FF2B5EF4-FFF2-40B4-BE49-F238E27FC236}">
                <a16:creationId xmlns:a16="http://schemas.microsoft.com/office/drawing/2014/main" id="{A8470AE1-8371-59CA-D503-A903381931AB}"/>
              </a:ext>
            </a:extLst>
          </p:cNvPr>
          <p:cNvPicPr>
            <a:picLocks noChangeAspect="1"/>
          </p:cNvPicPr>
          <p:nvPr/>
        </p:nvPicPr>
        <p:blipFill>
          <a:blip r:embed="rId4"/>
          <a:stretch>
            <a:fillRect/>
          </a:stretch>
        </p:blipFill>
        <p:spPr>
          <a:xfrm>
            <a:off x="1913780" y="4878462"/>
            <a:ext cx="1020263" cy="715706"/>
          </a:xfrm>
          <a:prstGeom prst="rect">
            <a:avLst/>
          </a:prstGeom>
        </p:spPr>
      </p:pic>
      <p:sp>
        <p:nvSpPr>
          <p:cNvPr id="16" name="コンテンツ プレースホルダー 2">
            <a:extLst>
              <a:ext uri="{FF2B5EF4-FFF2-40B4-BE49-F238E27FC236}">
                <a16:creationId xmlns:a16="http://schemas.microsoft.com/office/drawing/2014/main" id="{A8B070EB-683C-4A45-6A7E-DFB83A17644B}"/>
              </a:ext>
            </a:extLst>
          </p:cNvPr>
          <p:cNvSpPr txBox="1">
            <a:spLocks/>
          </p:cNvSpPr>
          <p:nvPr/>
        </p:nvSpPr>
        <p:spPr>
          <a:xfrm>
            <a:off x="193573" y="4237103"/>
            <a:ext cx="6380513" cy="3562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安定分布の</a:t>
            </a:r>
            <a:r>
              <a:rPr lang="en-US" altLang="ja-JP" dirty="0"/>
              <a:t>α</a:t>
            </a:r>
            <a:r>
              <a:rPr lang="ja-JP" altLang="en-US" dirty="0"/>
              <a:t>との関係</a:t>
            </a:r>
          </a:p>
        </p:txBody>
      </p:sp>
      <p:pic>
        <p:nvPicPr>
          <p:cNvPr id="18" name="図 17">
            <a:extLst>
              <a:ext uri="{FF2B5EF4-FFF2-40B4-BE49-F238E27FC236}">
                <a16:creationId xmlns:a16="http://schemas.microsoft.com/office/drawing/2014/main" id="{40B1683D-CEB2-B26D-404B-E784B921446B}"/>
              </a:ext>
            </a:extLst>
          </p:cNvPr>
          <p:cNvPicPr>
            <a:picLocks noChangeAspect="1"/>
          </p:cNvPicPr>
          <p:nvPr/>
        </p:nvPicPr>
        <p:blipFill>
          <a:blip r:embed="rId5"/>
          <a:stretch>
            <a:fillRect/>
          </a:stretch>
        </p:blipFill>
        <p:spPr>
          <a:xfrm>
            <a:off x="3284964" y="5010498"/>
            <a:ext cx="1305287" cy="412196"/>
          </a:xfrm>
          <a:prstGeom prst="rect">
            <a:avLst/>
          </a:prstGeom>
        </p:spPr>
      </p:pic>
    </p:spTree>
    <p:extLst>
      <p:ext uri="{BB962C8B-B14F-4D97-AF65-F5344CB8AC3E}">
        <p14:creationId xmlns:p14="http://schemas.microsoft.com/office/powerpoint/2010/main" val="922843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2064C7-9DEB-FA85-C8D4-07E98C27203B}"/>
              </a:ext>
            </a:extLst>
          </p:cNvPr>
          <p:cNvSpPr>
            <a:spLocks noGrp="1"/>
          </p:cNvSpPr>
          <p:nvPr>
            <p:ph type="title"/>
          </p:nvPr>
        </p:nvSpPr>
        <p:spPr/>
        <p:txBody>
          <a:bodyPr/>
          <a:lstStyle/>
          <a:p>
            <a:r>
              <a:rPr lang="ja-JP" altLang="en-US" dirty="0"/>
              <a:t>フラクタル次元との関係</a:t>
            </a:r>
            <a:endParaRPr kumimoji="1" lang="ja-JP" altLang="en-US" dirty="0"/>
          </a:p>
        </p:txBody>
      </p:sp>
      <p:sp>
        <p:nvSpPr>
          <p:cNvPr id="3" name="コンテンツ プレースホルダー 2">
            <a:extLst>
              <a:ext uri="{FF2B5EF4-FFF2-40B4-BE49-F238E27FC236}">
                <a16:creationId xmlns:a16="http://schemas.microsoft.com/office/drawing/2014/main" id="{FA190CEA-B958-2221-770E-5C69396BFD7B}"/>
              </a:ext>
            </a:extLst>
          </p:cNvPr>
          <p:cNvSpPr>
            <a:spLocks noGrp="1"/>
          </p:cNvSpPr>
          <p:nvPr>
            <p:ph idx="1"/>
          </p:nvPr>
        </p:nvSpPr>
        <p:spPr>
          <a:xfrm>
            <a:off x="237835" y="921361"/>
            <a:ext cx="11520054" cy="734003"/>
          </a:xfrm>
        </p:spPr>
        <p:txBody>
          <a:bodyPr/>
          <a:lstStyle/>
          <a:p>
            <a:r>
              <a:rPr lang="ja-JP" altLang="en-US" dirty="0"/>
              <a:t>フラクタル次元のイメージ</a:t>
            </a:r>
            <a:endParaRPr lang="en-US" altLang="ja-JP" dirty="0"/>
          </a:p>
          <a:p>
            <a:pPr lvl="1"/>
            <a:r>
              <a:rPr lang="ja-JP" altLang="en-US" dirty="0"/>
              <a:t>「拡大すると、どれくらい速く“埋まり具合”が増えるか」を表す数</a:t>
            </a:r>
            <a:endParaRPr kumimoji="1" lang="ja-JP" altLang="en-US" dirty="0"/>
          </a:p>
        </p:txBody>
      </p:sp>
      <p:sp>
        <p:nvSpPr>
          <p:cNvPr id="9" name="スライド番号プレースホルダー 8">
            <a:extLst>
              <a:ext uri="{FF2B5EF4-FFF2-40B4-BE49-F238E27FC236}">
                <a16:creationId xmlns:a16="http://schemas.microsoft.com/office/drawing/2014/main" id="{83BA5F01-7429-AD4B-8FFE-16D0F659388E}"/>
              </a:ext>
            </a:extLst>
          </p:cNvPr>
          <p:cNvSpPr>
            <a:spLocks noGrp="1"/>
          </p:cNvSpPr>
          <p:nvPr>
            <p:ph type="sldNum" sz="quarter" idx="12"/>
          </p:nvPr>
        </p:nvSpPr>
        <p:spPr/>
        <p:txBody>
          <a:bodyPr/>
          <a:lstStyle/>
          <a:p>
            <a:fld id="{50D3C8B2-6F41-4419-91EE-BC3E1745F8DC}" type="slidenum">
              <a:rPr kumimoji="1" lang="ja-JP" altLang="en-US" smtClean="0"/>
              <a:t>5</a:t>
            </a:fld>
            <a:endParaRPr kumimoji="1" lang="ja-JP" altLang="en-US"/>
          </a:p>
        </p:txBody>
      </p:sp>
      <p:graphicFrame>
        <p:nvGraphicFramePr>
          <p:cNvPr id="4" name="表 3">
            <a:extLst>
              <a:ext uri="{FF2B5EF4-FFF2-40B4-BE49-F238E27FC236}">
                <a16:creationId xmlns:a16="http://schemas.microsoft.com/office/drawing/2014/main" id="{B423D195-92C6-8043-649C-EE8AED0C4E83}"/>
              </a:ext>
            </a:extLst>
          </p:cNvPr>
          <p:cNvGraphicFramePr>
            <a:graphicFrameLocks noGrp="1"/>
          </p:cNvGraphicFramePr>
          <p:nvPr>
            <p:extLst>
              <p:ext uri="{D42A27DB-BD31-4B8C-83A1-F6EECF244321}">
                <p14:modId xmlns:p14="http://schemas.microsoft.com/office/powerpoint/2010/main" val="2327805304"/>
              </p:ext>
            </p:extLst>
          </p:nvPr>
        </p:nvGraphicFramePr>
        <p:xfrm>
          <a:off x="1339897" y="2030047"/>
          <a:ext cx="3832087" cy="1854200"/>
        </p:xfrm>
        <a:graphic>
          <a:graphicData uri="http://schemas.openxmlformats.org/drawingml/2006/table">
            <a:tbl>
              <a:tblPr firstRow="1" bandRow="1">
                <a:tableStyleId>{5C22544A-7EE6-4342-B048-85BDC9FD1C3A}</a:tableStyleId>
              </a:tblPr>
              <a:tblGrid>
                <a:gridCol w="933768">
                  <a:extLst>
                    <a:ext uri="{9D8B030D-6E8A-4147-A177-3AD203B41FA5}">
                      <a16:colId xmlns:a16="http://schemas.microsoft.com/office/drawing/2014/main" val="1225223029"/>
                    </a:ext>
                  </a:extLst>
                </a:gridCol>
                <a:gridCol w="933768">
                  <a:extLst>
                    <a:ext uri="{9D8B030D-6E8A-4147-A177-3AD203B41FA5}">
                      <a16:colId xmlns:a16="http://schemas.microsoft.com/office/drawing/2014/main" val="1961813953"/>
                    </a:ext>
                  </a:extLst>
                </a:gridCol>
                <a:gridCol w="1964551">
                  <a:extLst>
                    <a:ext uri="{9D8B030D-6E8A-4147-A177-3AD203B41FA5}">
                      <a16:colId xmlns:a16="http://schemas.microsoft.com/office/drawing/2014/main" val="3810350690"/>
                    </a:ext>
                  </a:extLst>
                </a:gridCol>
              </a:tblGrid>
              <a:tr h="370840">
                <a:tc>
                  <a:txBody>
                    <a:bodyPr/>
                    <a:lstStyle/>
                    <a:p>
                      <a:pPr algn="ctr"/>
                      <a:r>
                        <a:rPr kumimoji="1" lang="ja-JP" altLang="en-US" dirty="0"/>
                        <a:t>図形</a:t>
                      </a:r>
                    </a:p>
                  </a:txBody>
                  <a:tcPr/>
                </a:tc>
                <a:tc>
                  <a:txBody>
                    <a:bodyPr/>
                    <a:lstStyle/>
                    <a:p>
                      <a:pPr algn="ctr"/>
                      <a:r>
                        <a:rPr kumimoji="1" lang="ja-JP" altLang="en-US" dirty="0"/>
                        <a:t>縮小比</a:t>
                      </a:r>
                    </a:p>
                  </a:txBody>
                  <a:tcPr/>
                </a:tc>
                <a:tc>
                  <a:txBody>
                    <a:bodyPr/>
                    <a:lstStyle/>
                    <a:p>
                      <a:pPr algn="ctr"/>
                      <a:r>
                        <a:rPr kumimoji="1" lang="ja-JP" altLang="en-US" dirty="0"/>
                        <a:t>個数</a:t>
                      </a:r>
                    </a:p>
                  </a:txBody>
                  <a:tcPr/>
                </a:tc>
                <a:extLst>
                  <a:ext uri="{0D108BD9-81ED-4DB2-BD59-A6C34878D82A}">
                    <a16:rowId xmlns:a16="http://schemas.microsoft.com/office/drawing/2014/main" val="1495386850"/>
                  </a:ext>
                </a:extLst>
              </a:tr>
              <a:tr h="370840">
                <a:tc>
                  <a:txBody>
                    <a:bodyPr/>
                    <a:lstStyle/>
                    <a:p>
                      <a:pPr algn="ctr"/>
                      <a:r>
                        <a:rPr kumimoji="1" lang="ja-JP" altLang="en-US" dirty="0"/>
                        <a:t>線分</a:t>
                      </a:r>
                    </a:p>
                  </a:txBody>
                  <a:tcPr/>
                </a:tc>
                <a:tc>
                  <a:txBody>
                    <a:bodyPr/>
                    <a:lstStyle/>
                    <a:p>
                      <a:pPr algn="ctr"/>
                      <a:r>
                        <a:rPr kumimoji="1" lang="en-US" altLang="ja-JP" dirty="0"/>
                        <a:t>1/2</a:t>
                      </a:r>
                      <a:endParaRPr kumimoji="1" lang="ja-JP" altLang="en-US" dirty="0"/>
                    </a:p>
                  </a:txBody>
                  <a:tcPr/>
                </a:tc>
                <a:tc>
                  <a:txBody>
                    <a:bodyPr/>
                    <a:lstStyle/>
                    <a:p>
                      <a:pPr algn="ctr"/>
                      <a:r>
                        <a:rPr kumimoji="1" lang="en-US" altLang="ja-JP" dirty="0"/>
                        <a:t>2=2</a:t>
                      </a:r>
                      <a:r>
                        <a:rPr kumimoji="1" lang="en-US" altLang="ja-JP" b="1" baseline="30000" dirty="0">
                          <a:solidFill>
                            <a:srgbClr val="FF0000"/>
                          </a:solidFill>
                        </a:rPr>
                        <a:t>1</a:t>
                      </a:r>
                      <a:endParaRPr kumimoji="1" lang="ja-JP" altLang="en-US" b="1" baseline="30000" dirty="0">
                        <a:solidFill>
                          <a:srgbClr val="FF0000"/>
                        </a:solidFill>
                      </a:endParaRPr>
                    </a:p>
                  </a:txBody>
                  <a:tcPr/>
                </a:tc>
                <a:extLst>
                  <a:ext uri="{0D108BD9-81ED-4DB2-BD59-A6C34878D82A}">
                    <a16:rowId xmlns:a16="http://schemas.microsoft.com/office/drawing/2014/main" val="419733925"/>
                  </a:ext>
                </a:extLst>
              </a:tr>
              <a:tr h="370840">
                <a:tc>
                  <a:txBody>
                    <a:bodyPr/>
                    <a:lstStyle/>
                    <a:p>
                      <a:pPr algn="ctr"/>
                      <a:r>
                        <a:rPr kumimoji="1" lang="ja-JP" altLang="en-US" dirty="0"/>
                        <a:t>正方形</a:t>
                      </a:r>
                    </a:p>
                  </a:txBody>
                  <a:tcPr/>
                </a:tc>
                <a:tc>
                  <a:txBody>
                    <a:bodyPr/>
                    <a:lstStyle/>
                    <a:p>
                      <a:pPr algn="ctr"/>
                      <a:r>
                        <a:rPr kumimoji="1" lang="en-US" altLang="ja-JP" dirty="0"/>
                        <a:t>1/2</a:t>
                      </a:r>
                      <a:endParaRPr kumimoji="1" lang="ja-JP" altLang="en-US" dirty="0"/>
                    </a:p>
                  </a:txBody>
                  <a:tcPr/>
                </a:tc>
                <a:tc>
                  <a:txBody>
                    <a:bodyPr/>
                    <a:lstStyle/>
                    <a:p>
                      <a:pPr algn="ctr"/>
                      <a:r>
                        <a:rPr kumimoji="1" lang="en-US" altLang="ja-JP" dirty="0"/>
                        <a:t>4=2</a:t>
                      </a:r>
                      <a:r>
                        <a:rPr kumimoji="1" lang="en-US" altLang="ja-JP" b="1" baseline="30000" dirty="0">
                          <a:solidFill>
                            <a:srgbClr val="FF0000"/>
                          </a:solidFill>
                        </a:rPr>
                        <a:t>2</a:t>
                      </a:r>
                      <a:endParaRPr kumimoji="1" lang="ja-JP" altLang="en-US" b="1" baseline="30000" dirty="0">
                        <a:solidFill>
                          <a:srgbClr val="FF0000"/>
                        </a:solidFill>
                      </a:endParaRPr>
                    </a:p>
                  </a:txBody>
                  <a:tcPr/>
                </a:tc>
                <a:extLst>
                  <a:ext uri="{0D108BD9-81ED-4DB2-BD59-A6C34878D82A}">
                    <a16:rowId xmlns:a16="http://schemas.microsoft.com/office/drawing/2014/main" val="3915336187"/>
                  </a:ext>
                </a:extLst>
              </a:tr>
              <a:tr h="370840">
                <a:tc>
                  <a:txBody>
                    <a:bodyPr/>
                    <a:lstStyle/>
                    <a:p>
                      <a:pPr algn="ctr"/>
                      <a:r>
                        <a:rPr kumimoji="1" lang="ja-JP" altLang="en-US" dirty="0"/>
                        <a:t>立方体</a:t>
                      </a:r>
                      <a:endParaRPr kumimoji="1" lang="en-US" altLang="ja-JP" dirty="0"/>
                    </a:p>
                  </a:txBody>
                  <a:tcPr/>
                </a:tc>
                <a:tc>
                  <a:txBody>
                    <a:bodyPr/>
                    <a:lstStyle/>
                    <a:p>
                      <a:pPr algn="ctr"/>
                      <a:r>
                        <a:rPr kumimoji="1" lang="en-US" altLang="ja-JP" dirty="0"/>
                        <a:t>1/2</a:t>
                      </a:r>
                      <a:endParaRPr kumimoji="1" lang="ja-JP" altLang="en-US" dirty="0"/>
                    </a:p>
                  </a:txBody>
                  <a:tcPr/>
                </a:tc>
                <a:tc>
                  <a:txBody>
                    <a:bodyPr/>
                    <a:lstStyle/>
                    <a:p>
                      <a:pPr algn="ctr"/>
                      <a:r>
                        <a:rPr kumimoji="1" lang="en-US" altLang="ja-JP" dirty="0"/>
                        <a:t>8=2</a:t>
                      </a:r>
                      <a:r>
                        <a:rPr kumimoji="1" lang="en-US" altLang="ja-JP" b="1" baseline="30000" dirty="0">
                          <a:solidFill>
                            <a:srgbClr val="FF0000"/>
                          </a:solidFill>
                        </a:rPr>
                        <a:t>3</a:t>
                      </a:r>
                      <a:endParaRPr kumimoji="1" lang="ja-JP" altLang="en-US" b="1" baseline="30000" dirty="0">
                        <a:solidFill>
                          <a:srgbClr val="FF0000"/>
                        </a:solidFill>
                      </a:endParaRPr>
                    </a:p>
                  </a:txBody>
                  <a:tcPr/>
                </a:tc>
                <a:extLst>
                  <a:ext uri="{0D108BD9-81ED-4DB2-BD59-A6C34878D82A}">
                    <a16:rowId xmlns:a16="http://schemas.microsoft.com/office/drawing/2014/main" val="2027877949"/>
                  </a:ext>
                </a:extLst>
              </a:tr>
              <a:tr h="370840">
                <a:tc>
                  <a:txBody>
                    <a:bodyPr/>
                    <a:lstStyle/>
                    <a:p>
                      <a:pPr algn="ctr"/>
                      <a:r>
                        <a:rPr kumimoji="1" lang="ja-JP" altLang="en-US" dirty="0"/>
                        <a:t>一般化</a:t>
                      </a:r>
                    </a:p>
                  </a:txBody>
                  <a:tcPr/>
                </a:tc>
                <a:tc>
                  <a:txBody>
                    <a:bodyPr/>
                    <a:lstStyle/>
                    <a:p>
                      <a:pPr algn="ctr"/>
                      <a:r>
                        <a:rPr kumimoji="1" lang="en-US" altLang="ja-JP" dirty="0"/>
                        <a:t>1/r</a:t>
                      </a:r>
                      <a:endParaRPr kumimoji="1" lang="ja-JP" altLang="en-US" dirty="0"/>
                    </a:p>
                  </a:txBody>
                  <a:tcPr/>
                </a:tc>
                <a:tc>
                  <a:txBody>
                    <a:bodyPr/>
                    <a:lstStyle/>
                    <a:p>
                      <a:pPr algn="ctr"/>
                      <a:r>
                        <a:rPr kumimoji="1" lang="en-US" altLang="ja-JP" dirty="0"/>
                        <a:t>N(r)=</a:t>
                      </a:r>
                      <a:r>
                        <a:rPr kumimoji="1" lang="en-US" altLang="ja-JP" dirty="0" err="1"/>
                        <a:t>r</a:t>
                      </a:r>
                      <a:r>
                        <a:rPr kumimoji="1" lang="en-US" altLang="ja-JP" b="1" baseline="30000" dirty="0" err="1">
                          <a:solidFill>
                            <a:srgbClr val="FF0000"/>
                          </a:solidFill>
                        </a:rPr>
                        <a:t>D</a:t>
                      </a:r>
                      <a:endParaRPr kumimoji="1" lang="ja-JP" altLang="en-US" b="1" baseline="30000" dirty="0">
                        <a:solidFill>
                          <a:srgbClr val="FF0000"/>
                        </a:solidFill>
                      </a:endParaRPr>
                    </a:p>
                  </a:txBody>
                  <a:tcPr/>
                </a:tc>
                <a:extLst>
                  <a:ext uri="{0D108BD9-81ED-4DB2-BD59-A6C34878D82A}">
                    <a16:rowId xmlns:a16="http://schemas.microsoft.com/office/drawing/2014/main" val="862206765"/>
                  </a:ext>
                </a:extLst>
              </a:tr>
            </a:tbl>
          </a:graphicData>
        </a:graphic>
      </p:graphicFrame>
      <p:sp>
        <p:nvSpPr>
          <p:cNvPr id="7" name="テキスト ボックス 6">
            <a:extLst>
              <a:ext uri="{FF2B5EF4-FFF2-40B4-BE49-F238E27FC236}">
                <a16:creationId xmlns:a16="http://schemas.microsoft.com/office/drawing/2014/main" id="{A977D03C-1EEA-CD95-5CC4-84CA75B556FB}"/>
              </a:ext>
            </a:extLst>
          </p:cNvPr>
          <p:cNvSpPr txBox="1"/>
          <p:nvPr/>
        </p:nvSpPr>
        <p:spPr>
          <a:xfrm>
            <a:off x="2431600" y="3942365"/>
            <a:ext cx="2846078" cy="276999"/>
          </a:xfrm>
          <a:prstGeom prst="rect">
            <a:avLst/>
          </a:prstGeom>
          <a:noFill/>
        </p:spPr>
        <p:txBody>
          <a:bodyPr wrap="square" rtlCol="0">
            <a:spAutoFit/>
          </a:bodyPr>
          <a:lstStyle/>
          <a:p>
            <a:r>
              <a:rPr kumimoji="1" lang="en-US" altLang="ja-JP" sz="1200" dirty="0"/>
              <a:t>[</a:t>
            </a:r>
            <a:r>
              <a:rPr lang="ja-JP" altLang="en-US" sz="1200" dirty="0"/>
              <a:t>引用</a:t>
            </a:r>
            <a:r>
              <a:rPr kumimoji="1" lang="en-US" altLang="ja-JP" sz="1200" dirty="0"/>
              <a:t>]</a:t>
            </a:r>
            <a:r>
              <a:rPr kumimoji="1" lang="ja-JP" altLang="en-US" sz="1200" dirty="0"/>
              <a:t>カオス時系列解析の基礎と応用</a:t>
            </a:r>
          </a:p>
        </p:txBody>
      </p:sp>
      <p:sp>
        <p:nvSpPr>
          <p:cNvPr id="11" name="コンテンツ プレースホルダー 2">
            <a:extLst>
              <a:ext uri="{FF2B5EF4-FFF2-40B4-BE49-F238E27FC236}">
                <a16:creationId xmlns:a16="http://schemas.microsoft.com/office/drawing/2014/main" id="{AA2CEC89-6DCA-E163-F454-A43ED04F5DD3}"/>
              </a:ext>
            </a:extLst>
          </p:cNvPr>
          <p:cNvSpPr txBox="1">
            <a:spLocks/>
          </p:cNvSpPr>
          <p:nvPr/>
        </p:nvSpPr>
        <p:spPr>
          <a:xfrm>
            <a:off x="237835" y="1677339"/>
            <a:ext cx="11520054" cy="4157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縮小したもの何個分で覆えるか</a:t>
            </a:r>
          </a:p>
        </p:txBody>
      </p:sp>
      <p:grpSp>
        <p:nvGrpSpPr>
          <p:cNvPr id="22" name="グループ化 21">
            <a:extLst>
              <a:ext uri="{FF2B5EF4-FFF2-40B4-BE49-F238E27FC236}">
                <a16:creationId xmlns:a16="http://schemas.microsoft.com/office/drawing/2014/main" id="{AB539EBC-1E42-46A1-D891-FC02D1556109}"/>
              </a:ext>
            </a:extLst>
          </p:cNvPr>
          <p:cNvGrpSpPr/>
          <p:nvPr/>
        </p:nvGrpSpPr>
        <p:grpSpPr>
          <a:xfrm>
            <a:off x="5862410" y="2602346"/>
            <a:ext cx="2723321" cy="869669"/>
            <a:chOff x="8179905" y="2409880"/>
            <a:chExt cx="2723321" cy="869669"/>
          </a:xfrm>
        </p:grpSpPr>
        <p:cxnSp>
          <p:nvCxnSpPr>
            <p:cNvPr id="13" name="直線コネクタ 12">
              <a:extLst>
                <a:ext uri="{FF2B5EF4-FFF2-40B4-BE49-F238E27FC236}">
                  <a16:creationId xmlns:a16="http://schemas.microsoft.com/office/drawing/2014/main" id="{20CC798C-013F-DF49-6764-A9D1365E1505}"/>
                </a:ext>
              </a:extLst>
            </p:cNvPr>
            <p:cNvCxnSpPr/>
            <p:nvPr/>
          </p:nvCxnSpPr>
          <p:spPr>
            <a:xfrm>
              <a:off x="8179905" y="2763079"/>
              <a:ext cx="2723321" cy="0"/>
            </a:xfrm>
            <a:prstGeom prst="line">
              <a:avLst/>
            </a:prstGeom>
            <a:ln w="34925"/>
          </p:spPr>
          <p:style>
            <a:lnRef idx="2">
              <a:schemeClr val="accent1"/>
            </a:lnRef>
            <a:fillRef idx="0">
              <a:schemeClr val="accent1"/>
            </a:fillRef>
            <a:effectRef idx="1">
              <a:schemeClr val="accent1"/>
            </a:effectRef>
            <a:fontRef idx="minor">
              <a:schemeClr val="tx1"/>
            </a:fontRef>
          </p:style>
        </p:cxnSp>
        <p:cxnSp>
          <p:nvCxnSpPr>
            <p:cNvPr id="14" name="直線コネクタ 13">
              <a:extLst>
                <a:ext uri="{FF2B5EF4-FFF2-40B4-BE49-F238E27FC236}">
                  <a16:creationId xmlns:a16="http://schemas.microsoft.com/office/drawing/2014/main" id="{D4D1A6EA-38BB-D18F-ACFC-4C4DA34535F1}"/>
                </a:ext>
              </a:extLst>
            </p:cNvPr>
            <p:cNvCxnSpPr>
              <a:cxnSpLocks/>
            </p:cNvCxnSpPr>
            <p:nvPr/>
          </p:nvCxnSpPr>
          <p:spPr>
            <a:xfrm>
              <a:off x="8179905" y="2915479"/>
              <a:ext cx="1361660" cy="0"/>
            </a:xfrm>
            <a:prstGeom prst="line">
              <a:avLst/>
            </a:prstGeom>
            <a:ln w="34925"/>
          </p:spPr>
          <p:style>
            <a:lnRef idx="2">
              <a:schemeClr val="accent2"/>
            </a:lnRef>
            <a:fillRef idx="0">
              <a:schemeClr val="accent2"/>
            </a:fillRef>
            <a:effectRef idx="1">
              <a:schemeClr val="accent2"/>
            </a:effectRef>
            <a:fontRef idx="minor">
              <a:schemeClr val="tx1"/>
            </a:fontRef>
          </p:style>
        </p:cxnSp>
        <p:cxnSp>
          <p:nvCxnSpPr>
            <p:cNvPr id="16" name="直線コネクタ 15">
              <a:extLst>
                <a:ext uri="{FF2B5EF4-FFF2-40B4-BE49-F238E27FC236}">
                  <a16:creationId xmlns:a16="http://schemas.microsoft.com/office/drawing/2014/main" id="{5E1AFA0D-B796-467D-D181-C25D2D5FBDBE}"/>
                </a:ext>
              </a:extLst>
            </p:cNvPr>
            <p:cNvCxnSpPr>
              <a:cxnSpLocks/>
            </p:cNvCxnSpPr>
            <p:nvPr/>
          </p:nvCxnSpPr>
          <p:spPr>
            <a:xfrm>
              <a:off x="9621079" y="2915479"/>
              <a:ext cx="1282147" cy="0"/>
            </a:xfrm>
            <a:prstGeom prst="line">
              <a:avLst/>
            </a:prstGeom>
            <a:ln w="34925"/>
          </p:spPr>
          <p:style>
            <a:lnRef idx="2">
              <a:schemeClr val="accent5"/>
            </a:lnRef>
            <a:fillRef idx="0">
              <a:schemeClr val="accent5"/>
            </a:fillRef>
            <a:effectRef idx="1">
              <a:schemeClr val="accent5"/>
            </a:effectRef>
            <a:fontRef idx="minor">
              <a:schemeClr val="tx1"/>
            </a:fontRef>
          </p:style>
        </p:cxnSp>
        <p:sp>
          <p:nvSpPr>
            <p:cNvPr id="19" name="テキスト ボックス 18">
              <a:extLst>
                <a:ext uri="{FF2B5EF4-FFF2-40B4-BE49-F238E27FC236}">
                  <a16:creationId xmlns:a16="http://schemas.microsoft.com/office/drawing/2014/main" id="{F23C84A3-6673-0A7C-526E-5B390EBC3C0F}"/>
                </a:ext>
              </a:extLst>
            </p:cNvPr>
            <p:cNvSpPr txBox="1"/>
            <p:nvPr/>
          </p:nvSpPr>
          <p:spPr>
            <a:xfrm>
              <a:off x="9372601" y="2409880"/>
              <a:ext cx="496956" cy="276999"/>
            </a:xfrm>
            <a:prstGeom prst="rect">
              <a:avLst/>
            </a:prstGeom>
            <a:noFill/>
          </p:spPr>
          <p:txBody>
            <a:bodyPr wrap="square" rtlCol="0">
              <a:spAutoFit/>
            </a:bodyPr>
            <a:lstStyle/>
            <a:p>
              <a:pPr algn="ctr"/>
              <a:r>
                <a:rPr kumimoji="1" lang="en-US" altLang="ja-JP" sz="1200" dirty="0"/>
                <a:t>1</a:t>
              </a:r>
            </a:p>
          </p:txBody>
        </p:sp>
        <p:sp>
          <p:nvSpPr>
            <p:cNvPr id="20" name="テキスト ボックス 19">
              <a:extLst>
                <a:ext uri="{FF2B5EF4-FFF2-40B4-BE49-F238E27FC236}">
                  <a16:creationId xmlns:a16="http://schemas.microsoft.com/office/drawing/2014/main" id="{5840120A-AA6C-029F-2C39-CA7538D2C9CF}"/>
                </a:ext>
              </a:extLst>
            </p:cNvPr>
            <p:cNvSpPr txBox="1"/>
            <p:nvPr/>
          </p:nvSpPr>
          <p:spPr>
            <a:xfrm>
              <a:off x="8612257" y="3002550"/>
              <a:ext cx="496956" cy="276999"/>
            </a:xfrm>
            <a:prstGeom prst="rect">
              <a:avLst/>
            </a:prstGeom>
            <a:noFill/>
          </p:spPr>
          <p:txBody>
            <a:bodyPr wrap="square" rtlCol="0">
              <a:spAutoFit/>
            </a:bodyPr>
            <a:lstStyle/>
            <a:p>
              <a:pPr algn="ctr"/>
              <a:r>
                <a:rPr kumimoji="1" lang="en-US" altLang="ja-JP" sz="1200" dirty="0"/>
                <a:t>1/2</a:t>
              </a:r>
            </a:p>
          </p:txBody>
        </p:sp>
        <p:sp>
          <p:nvSpPr>
            <p:cNvPr id="21" name="テキスト ボックス 20">
              <a:extLst>
                <a:ext uri="{FF2B5EF4-FFF2-40B4-BE49-F238E27FC236}">
                  <a16:creationId xmlns:a16="http://schemas.microsoft.com/office/drawing/2014/main" id="{CD1200F4-844F-F8F1-A7CF-B623AA6895E6}"/>
                </a:ext>
              </a:extLst>
            </p:cNvPr>
            <p:cNvSpPr txBox="1"/>
            <p:nvPr/>
          </p:nvSpPr>
          <p:spPr>
            <a:xfrm>
              <a:off x="10013674" y="2998589"/>
              <a:ext cx="496956" cy="276999"/>
            </a:xfrm>
            <a:prstGeom prst="rect">
              <a:avLst/>
            </a:prstGeom>
            <a:noFill/>
          </p:spPr>
          <p:txBody>
            <a:bodyPr wrap="square" rtlCol="0">
              <a:spAutoFit/>
            </a:bodyPr>
            <a:lstStyle/>
            <a:p>
              <a:pPr algn="ctr"/>
              <a:r>
                <a:rPr kumimoji="1" lang="en-US" altLang="ja-JP" sz="1200" dirty="0"/>
                <a:t>1/2</a:t>
              </a:r>
            </a:p>
          </p:txBody>
        </p:sp>
      </p:grpSp>
      <p:grpSp>
        <p:nvGrpSpPr>
          <p:cNvPr id="28" name="グループ化 27">
            <a:extLst>
              <a:ext uri="{FF2B5EF4-FFF2-40B4-BE49-F238E27FC236}">
                <a16:creationId xmlns:a16="http://schemas.microsoft.com/office/drawing/2014/main" id="{A78407B4-B4AF-EEF8-909D-9D6BEC773FB5}"/>
              </a:ext>
            </a:extLst>
          </p:cNvPr>
          <p:cNvGrpSpPr/>
          <p:nvPr/>
        </p:nvGrpSpPr>
        <p:grpSpPr>
          <a:xfrm>
            <a:off x="9573986" y="2319385"/>
            <a:ext cx="1708382" cy="1577120"/>
            <a:chOff x="8524240" y="3429000"/>
            <a:chExt cx="1708382" cy="1577120"/>
          </a:xfrm>
        </p:grpSpPr>
        <p:sp>
          <p:nvSpPr>
            <p:cNvPr id="23" name="正方形/長方形 22">
              <a:extLst>
                <a:ext uri="{FF2B5EF4-FFF2-40B4-BE49-F238E27FC236}">
                  <a16:creationId xmlns:a16="http://schemas.microsoft.com/office/drawing/2014/main" id="{E8C0075F-2E7B-2457-E3C5-9A83A7949F84}"/>
                </a:ext>
              </a:extLst>
            </p:cNvPr>
            <p:cNvSpPr/>
            <p:nvPr/>
          </p:nvSpPr>
          <p:spPr>
            <a:xfrm>
              <a:off x="8524240" y="3429000"/>
              <a:ext cx="1708382" cy="157712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E959C62D-46A2-B37F-0927-A98A9165BD9D}"/>
                </a:ext>
              </a:extLst>
            </p:cNvPr>
            <p:cNvSpPr/>
            <p:nvPr/>
          </p:nvSpPr>
          <p:spPr>
            <a:xfrm>
              <a:off x="8534400" y="4206239"/>
              <a:ext cx="838201" cy="78762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64D432E8-9FED-7DD9-9538-637749A00B44}"/>
                </a:ext>
              </a:extLst>
            </p:cNvPr>
            <p:cNvSpPr/>
            <p:nvPr/>
          </p:nvSpPr>
          <p:spPr>
            <a:xfrm>
              <a:off x="8528280" y="3439048"/>
              <a:ext cx="844321" cy="78762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09DB6E7A-665B-8248-7147-A52484682A1D}"/>
                </a:ext>
              </a:extLst>
            </p:cNvPr>
            <p:cNvSpPr/>
            <p:nvPr/>
          </p:nvSpPr>
          <p:spPr>
            <a:xfrm>
              <a:off x="9384261" y="3437177"/>
              <a:ext cx="838201" cy="78762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ja-JP" altLang="en-US" dirty="0"/>
            </a:p>
          </p:txBody>
        </p:sp>
        <p:sp>
          <p:nvSpPr>
            <p:cNvPr id="27" name="正方形/長方形 26">
              <a:extLst>
                <a:ext uri="{FF2B5EF4-FFF2-40B4-BE49-F238E27FC236}">
                  <a16:creationId xmlns:a16="http://schemas.microsoft.com/office/drawing/2014/main" id="{98E0806E-2556-A2D4-E2AB-1BC00C01C36E}"/>
                </a:ext>
              </a:extLst>
            </p:cNvPr>
            <p:cNvSpPr/>
            <p:nvPr/>
          </p:nvSpPr>
          <p:spPr>
            <a:xfrm>
              <a:off x="9384261" y="4216511"/>
              <a:ext cx="838201" cy="78762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kumimoji="1" lang="ja-JP" altLang="en-US"/>
            </a:p>
          </p:txBody>
        </p:sp>
      </p:grpSp>
      <p:sp>
        <p:nvSpPr>
          <p:cNvPr id="29" name="テキスト ボックス 28">
            <a:extLst>
              <a:ext uri="{FF2B5EF4-FFF2-40B4-BE49-F238E27FC236}">
                <a16:creationId xmlns:a16="http://schemas.microsoft.com/office/drawing/2014/main" id="{B86C4AD8-A9DE-75C1-A96A-9BDF076962CF}"/>
              </a:ext>
            </a:extLst>
          </p:cNvPr>
          <p:cNvSpPr txBox="1"/>
          <p:nvPr/>
        </p:nvSpPr>
        <p:spPr>
          <a:xfrm>
            <a:off x="5959150" y="2249147"/>
            <a:ext cx="1592912" cy="276999"/>
          </a:xfrm>
          <a:prstGeom prst="rect">
            <a:avLst/>
          </a:prstGeom>
          <a:noFill/>
        </p:spPr>
        <p:txBody>
          <a:bodyPr wrap="square" rtlCol="0">
            <a:spAutoFit/>
          </a:bodyPr>
          <a:lstStyle/>
          <a:p>
            <a:r>
              <a:rPr lang="ja-JP" altLang="en-US" sz="1200" dirty="0"/>
              <a:t>線分（</a:t>
            </a:r>
            <a:r>
              <a:rPr lang="en-US" altLang="ja-JP" sz="1200" dirty="0"/>
              <a:t>1</a:t>
            </a:r>
            <a:r>
              <a:rPr lang="ja-JP" altLang="en-US" sz="1200" dirty="0"/>
              <a:t>次元）</a:t>
            </a:r>
            <a:endParaRPr kumimoji="1" lang="ja-JP" altLang="en-US" sz="1200" dirty="0"/>
          </a:p>
        </p:txBody>
      </p:sp>
      <p:sp>
        <p:nvSpPr>
          <p:cNvPr id="30" name="テキスト ボックス 29">
            <a:extLst>
              <a:ext uri="{FF2B5EF4-FFF2-40B4-BE49-F238E27FC236}">
                <a16:creationId xmlns:a16="http://schemas.microsoft.com/office/drawing/2014/main" id="{7A66FF95-E08B-9A09-2FA9-78B6D91386F4}"/>
              </a:ext>
            </a:extLst>
          </p:cNvPr>
          <p:cNvSpPr txBox="1"/>
          <p:nvPr/>
        </p:nvSpPr>
        <p:spPr>
          <a:xfrm>
            <a:off x="9573986" y="1966185"/>
            <a:ext cx="1401417" cy="276999"/>
          </a:xfrm>
          <a:prstGeom prst="rect">
            <a:avLst/>
          </a:prstGeom>
          <a:noFill/>
        </p:spPr>
        <p:txBody>
          <a:bodyPr wrap="square" rtlCol="0">
            <a:spAutoFit/>
          </a:bodyPr>
          <a:lstStyle/>
          <a:p>
            <a:r>
              <a:rPr kumimoji="1" lang="ja-JP" altLang="en-US" sz="1200" dirty="0"/>
              <a:t>正方形（</a:t>
            </a:r>
            <a:r>
              <a:rPr kumimoji="1" lang="en-US" altLang="ja-JP" sz="1200" dirty="0"/>
              <a:t>2</a:t>
            </a:r>
            <a:r>
              <a:rPr kumimoji="1" lang="ja-JP" altLang="en-US" sz="1200" dirty="0"/>
              <a:t>次元）</a:t>
            </a:r>
          </a:p>
        </p:txBody>
      </p:sp>
      <p:pic>
        <p:nvPicPr>
          <p:cNvPr id="34" name="図 33">
            <a:extLst>
              <a:ext uri="{FF2B5EF4-FFF2-40B4-BE49-F238E27FC236}">
                <a16:creationId xmlns:a16="http://schemas.microsoft.com/office/drawing/2014/main" id="{6FD0F87D-AF89-FCDA-F6BB-FDCCBB7B7484}"/>
              </a:ext>
            </a:extLst>
          </p:cNvPr>
          <p:cNvPicPr>
            <a:picLocks noChangeAspect="1"/>
          </p:cNvPicPr>
          <p:nvPr/>
        </p:nvPicPr>
        <p:blipFill>
          <a:blip r:embed="rId2"/>
          <a:stretch>
            <a:fillRect/>
          </a:stretch>
        </p:blipFill>
        <p:spPr>
          <a:xfrm>
            <a:off x="4296933" y="4714382"/>
            <a:ext cx="1380752" cy="627614"/>
          </a:xfrm>
          <a:prstGeom prst="rect">
            <a:avLst/>
          </a:prstGeom>
        </p:spPr>
      </p:pic>
      <p:pic>
        <p:nvPicPr>
          <p:cNvPr id="36" name="図 35" descr="テキスト が含まれている画像&#10;&#10;AI 生成コンテンツは誤りを含む可能性があります。">
            <a:extLst>
              <a:ext uri="{FF2B5EF4-FFF2-40B4-BE49-F238E27FC236}">
                <a16:creationId xmlns:a16="http://schemas.microsoft.com/office/drawing/2014/main" id="{FAC684E4-0494-E761-12D1-2D856D71AC8C}"/>
              </a:ext>
            </a:extLst>
          </p:cNvPr>
          <p:cNvPicPr>
            <a:picLocks noChangeAspect="1"/>
          </p:cNvPicPr>
          <p:nvPr/>
        </p:nvPicPr>
        <p:blipFill>
          <a:blip r:embed="rId3"/>
          <a:stretch>
            <a:fillRect/>
          </a:stretch>
        </p:blipFill>
        <p:spPr>
          <a:xfrm>
            <a:off x="5677685" y="4515011"/>
            <a:ext cx="1731110" cy="993040"/>
          </a:xfrm>
          <a:prstGeom prst="rect">
            <a:avLst/>
          </a:prstGeom>
        </p:spPr>
      </p:pic>
      <p:sp>
        <p:nvSpPr>
          <p:cNvPr id="37" name="コンテンツ プレースホルダー 2">
            <a:extLst>
              <a:ext uri="{FF2B5EF4-FFF2-40B4-BE49-F238E27FC236}">
                <a16:creationId xmlns:a16="http://schemas.microsoft.com/office/drawing/2014/main" id="{C3261DDF-30BC-2D7C-27B3-E38023AAF84D}"/>
              </a:ext>
            </a:extLst>
          </p:cNvPr>
          <p:cNvSpPr txBox="1">
            <a:spLocks/>
          </p:cNvSpPr>
          <p:nvPr/>
        </p:nvSpPr>
        <p:spPr>
          <a:xfrm>
            <a:off x="237835" y="4362611"/>
            <a:ext cx="11520054" cy="4157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1/</a:t>
            </a:r>
            <a:r>
              <a:rPr lang="ja-JP" altLang="en-US" dirty="0"/>
              <a:t>ｒに縮小した図形</a:t>
            </a:r>
            <a:r>
              <a:rPr lang="en-US" altLang="ja-JP" dirty="0"/>
              <a:t>N</a:t>
            </a:r>
            <a:r>
              <a:rPr lang="ja-JP" altLang="en-US" dirty="0"/>
              <a:t>個で元の図形を覆いつくすことができる場合、フラクタル次元</a:t>
            </a:r>
            <a:r>
              <a:rPr lang="en-US" altLang="ja-JP" dirty="0"/>
              <a:t>D</a:t>
            </a:r>
            <a:r>
              <a:rPr lang="ja-JP" altLang="en-US" dirty="0"/>
              <a:t>は以下のようになる</a:t>
            </a:r>
          </a:p>
        </p:txBody>
      </p:sp>
      <p:sp>
        <p:nvSpPr>
          <p:cNvPr id="38" name="コンテンツ プレースホルダー 2">
            <a:extLst>
              <a:ext uri="{FF2B5EF4-FFF2-40B4-BE49-F238E27FC236}">
                <a16:creationId xmlns:a16="http://schemas.microsoft.com/office/drawing/2014/main" id="{D3BE2323-1B2F-9926-E338-620656A5BA49}"/>
              </a:ext>
            </a:extLst>
          </p:cNvPr>
          <p:cNvSpPr txBox="1">
            <a:spLocks/>
          </p:cNvSpPr>
          <p:nvPr/>
        </p:nvSpPr>
        <p:spPr>
          <a:xfrm>
            <a:off x="287911" y="5386145"/>
            <a:ext cx="11520054" cy="5372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フラクタル次元とハースト指数の関係式</a:t>
            </a:r>
          </a:p>
        </p:txBody>
      </p:sp>
      <p:pic>
        <p:nvPicPr>
          <p:cNvPr id="39" name="図 38">
            <a:extLst>
              <a:ext uri="{FF2B5EF4-FFF2-40B4-BE49-F238E27FC236}">
                <a16:creationId xmlns:a16="http://schemas.microsoft.com/office/drawing/2014/main" id="{7FDD2081-4B31-1EA6-DC83-F1E0FB05B154}"/>
              </a:ext>
            </a:extLst>
          </p:cNvPr>
          <p:cNvPicPr>
            <a:picLocks noChangeAspect="1"/>
          </p:cNvPicPr>
          <p:nvPr/>
        </p:nvPicPr>
        <p:blipFill>
          <a:blip r:embed="rId4"/>
          <a:stretch>
            <a:fillRect/>
          </a:stretch>
        </p:blipFill>
        <p:spPr>
          <a:xfrm>
            <a:off x="4225561" y="5642325"/>
            <a:ext cx="3544601" cy="598061"/>
          </a:xfrm>
          <a:prstGeom prst="rect">
            <a:avLst/>
          </a:prstGeom>
        </p:spPr>
      </p:pic>
      <p:sp>
        <p:nvSpPr>
          <p:cNvPr id="41" name="テキスト ボックス 40">
            <a:extLst>
              <a:ext uri="{FF2B5EF4-FFF2-40B4-BE49-F238E27FC236}">
                <a16:creationId xmlns:a16="http://schemas.microsoft.com/office/drawing/2014/main" id="{DCBF497C-E54C-5995-5603-F0AAA26EF35D}"/>
              </a:ext>
            </a:extLst>
          </p:cNvPr>
          <p:cNvSpPr txBox="1"/>
          <p:nvPr/>
        </p:nvSpPr>
        <p:spPr>
          <a:xfrm>
            <a:off x="289145" y="6256927"/>
            <a:ext cx="11082130" cy="369332"/>
          </a:xfrm>
          <a:prstGeom prst="rect">
            <a:avLst/>
          </a:prstGeom>
          <a:noFill/>
        </p:spPr>
        <p:txBody>
          <a:bodyPr wrap="square">
            <a:spAutoFit/>
          </a:bodyPr>
          <a:lstStyle/>
          <a:p>
            <a:pPr lvl="1"/>
            <a:r>
              <a:rPr lang="ja-JP" altLang="en-US" dirty="0"/>
              <a:t>（緩い使い方）</a:t>
            </a:r>
            <a:r>
              <a:rPr lang="en-US" altLang="ja-JP" dirty="0"/>
              <a:t>D</a:t>
            </a:r>
            <a:r>
              <a:rPr lang="ja-JP" altLang="en-US" dirty="0"/>
              <a:t>≠</a:t>
            </a:r>
            <a:r>
              <a:rPr lang="en-US" altLang="ja-JP" dirty="0"/>
              <a:t>1.5</a:t>
            </a:r>
            <a:r>
              <a:rPr lang="ja-JP" altLang="en-US" dirty="0"/>
              <a:t>（</a:t>
            </a:r>
            <a:r>
              <a:rPr lang="en-US" altLang="ja-JP" dirty="0"/>
              <a:t>H</a:t>
            </a:r>
            <a:r>
              <a:rPr lang="ja-JP" altLang="en-US" dirty="0"/>
              <a:t>≠</a:t>
            </a:r>
            <a:r>
              <a:rPr lang="en-US" altLang="ja-JP" dirty="0"/>
              <a:t>0.5</a:t>
            </a:r>
            <a:r>
              <a:rPr lang="ja-JP" altLang="en-US" dirty="0"/>
              <a:t>）の場合に、「ブラウン運動とは異なるフラクタル性」を持つという</a:t>
            </a:r>
          </a:p>
        </p:txBody>
      </p:sp>
    </p:spTree>
    <p:extLst>
      <p:ext uri="{BB962C8B-B14F-4D97-AF65-F5344CB8AC3E}">
        <p14:creationId xmlns:p14="http://schemas.microsoft.com/office/powerpoint/2010/main" val="203023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0FFBED-EBD9-9501-567D-1BB2725B6446}"/>
              </a:ext>
            </a:extLst>
          </p:cNvPr>
          <p:cNvSpPr>
            <a:spLocks noGrp="1"/>
          </p:cNvSpPr>
          <p:nvPr>
            <p:ph type="title"/>
          </p:nvPr>
        </p:nvSpPr>
        <p:spPr>
          <a:xfrm>
            <a:off x="237835" y="143489"/>
            <a:ext cx="11520055" cy="562189"/>
          </a:xfrm>
        </p:spPr>
        <p:txBody>
          <a:bodyPr/>
          <a:lstStyle/>
          <a:p>
            <a:r>
              <a:rPr kumimoji="1" lang="ja-JP" altLang="en-US" dirty="0"/>
              <a:t>フラクタル次元の例</a:t>
            </a:r>
          </a:p>
        </p:txBody>
      </p:sp>
      <p:sp>
        <p:nvSpPr>
          <p:cNvPr id="3" name="コンテンツ プレースホルダー 2">
            <a:extLst>
              <a:ext uri="{FF2B5EF4-FFF2-40B4-BE49-F238E27FC236}">
                <a16:creationId xmlns:a16="http://schemas.microsoft.com/office/drawing/2014/main" id="{CDE6FCD8-8C8B-CCAF-9708-266D95D37B96}"/>
              </a:ext>
            </a:extLst>
          </p:cNvPr>
          <p:cNvSpPr>
            <a:spLocks noGrp="1"/>
          </p:cNvSpPr>
          <p:nvPr>
            <p:ph idx="1"/>
          </p:nvPr>
        </p:nvSpPr>
        <p:spPr>
          <a:xfrm>
            <a:off x="4954103" y="1337605"/>
            <a:ext cx="6306931" cy="680038"/>
          </a:xfrm>
        </p:spPr>
        <p:txBody>
          <a:bodyPr>
            <a:normAutofit/>
          </a:bodyPr>
          <a:lstStyle/>
          <a:p>
            <a:r>
              <a:rPr lang="ja-JP" altLang="en-US" dirty="0"/>
              <a:t>コッホ曲線の場合、一番上の図形を</a:t>
            </a:r>
            <a:r>
              <a:rPr lang="en-US" altLang="ja-JP" dirty="0"/>
              <a:t>1/3</a:t>
            </a:r>
            <a:r>
              <a:rPr lang="ja-JP" altLang="en-US" dirty="0"/>
              <a:t>した図形４つで２つ目の図形を覆うことができる</a:t>
            </a:r>
            <a:endParaRPr kumimoji="1" lang="ja-JP" altLang="en-US" dirty="0"/>
          </a:p>
        </p:txBody>
      </p:sp>
      <p:sp>
        <p:nvSpPr>
          <p:cNvPr id="4" name="スライド番号プレースホルダー 3">
            <a:extLst>
              <a:ext uri="{FF2B5EF4-FFF2-40B4-BE49-F238E27FC236}">
                <a16:creationId xmlns:a16="http://schemas.microsoft.com/office/drawing/2014/main" id="{4F8CBC0C-849B-7975-AF2B-F6FB3A5D8801}"/>
              </a:ext>
            </a:extLst>
          </p:cNvPr>
          <p:cNvSpPr>
            <a:spLocks noGrp="1"/>
          </p:cNvSpPr>
          <p:nvPr>
            <p:ph type="sldNum" sz="quarter" idx="12"/>
          </p:nvPr>
        </p:nvSpPr>
        <p:spPr/>
        <p:txBody>
          <a:bodyPr/>
          <a:lstStyle/>
          <a:p>
            <a:fld id="{50D3C8B2-6F41-4419-91EE-BC3E1745F8DC}" type="slidenum">
              <a:rPr kumimoji="1" lang="ja-JP" altLang="en-US" smtClean="0"/>
              <a:t>6</a:t>
            </a:fld>
            <a:endParaRPr kumimoji="1" lang="ja-JP" altLang="en-US"/>
          </a:p>
        </p:txBody>
      </p:sp>
      <p:pic>
        <p:nvPicPr>
          <p:cNvPr id="6" name="図 5" descr="図形&#10;&#10;AI 生成コンテンツは誤りを含む可能性があります。">
            <a:extLst>
              <a:ext uri="{FF2B5EF4-FFF2-40B4-BE49-F238E27FC236}">
                <a16:creationId xmlns:a16="http://schemas.microsoft.com/office/drawing/2014/main" id="{746CAD27-8FED-D296-B170-2FBA5338CA8A}"/>
              </a:ext>
            </a:extLst>
          </p:cNvPr>
          <p:cNvPicPr>
            <a:picLocks noChangeAspect="1"/>
          </p:cNvPicPr>
          <p:nvPr/>
        </p:nvPicPr>
        <p:blipFill>
          <a:blip r:embed="rId2"/>
          <a:stretch>
            <a:fillRect/>
          </a:stretch>
        </p:blipFill>
        <p:spPr>
          <a:xfrm>
            <a:off x="1034313" y="1458341"/>
            <a:ext cx="3203564" cy="5134189"/>
          </a:xfrm>
          <a:prstGeom prst="rect">
            <a:avLst/>
          </a:prstGeom>
          <a:ln>
            <a:solidFill>
              <a:schemeClr val="tx1"/>
            </a:solidFill>
          </a:ln>
        </p:spPr>
      </p:pic>
      <p:sp>
        <p:nvSpPr>
          <p:cNvPr id="7" name="テキスト ボックス 6">
            <a:extLst>
              <a:ext uri="{FF2B5EF4-FFF2-40B4-BE49-F238E27FC236}">
                <a16:creationId xmlns:a16="http://schemas.microsoft.com/office/drawing/2014/main" id="{6766F61E-F01C-844D-7740-CD0E5443025A}"/>
              </a:ext>
            </a:extLst>
          </p:cNvPr>
          <p:cNvSpPr txBox="1"/>
          <p:nvPr/>
        </p:nvSpPr>
        <p:spPr>
          <a:xfrm>
            <a:off x="1945325" y="1064135"/>
            <a:ext cx="1381540" cy="307777"/>
          </a:xfrm>
          <a:prstGeom prst="rect">
            <a:avLst/>
          </a:prstGeom>
          <a:noFill/>
        </p:spPr>
        <p:txBody>
          <a:bodyPr wrap="square" rtlCol="0">
            <a:spAutoFit/>
          </a:bodyPr>
          <a:lstStyle/>
          <a:p>
            <a:pPr algn="ctr"/>
            <a:r>
              <a:rPr kumimoji="1" lang="ja-JP" altLang="en-US" sz="1400" dirty="0"/>
              <a:t>コッホ曲線</a:t>
            </a:r>
          </a:p>
        </p:txBody>
      </p:sp>
      <p:pic>
        <p:nvPicPr>
          <p:cNvPr id="8" name="図 7" descr="テキスト が含まれている画像&#10;&#10;AI 生成コンテンツは誤りを含む可能性があります。">
            <a:extLst>
              <a:ext uri="{FF2B5EF4-FFF2-40B4-BE49-F238E27FC236}">
                <a16:creationId xmlns:a16="http://schemas.microsoft.com/office/drawing/2014/main" id="{B1FBE107-B461-1AE6-1509-ACBEBE593007}"/>
              </a:ext>
            </a:extLst>
          </p:cNvPr>
          <p:cNvPicPr>
            <a:picLocks noChangeAspect="1"/>
          </p:cNvPicPr>
          <p:nvPr/>
        </p:nvPicPr>
        <p:blipFill>
          <a:blip r:embed="rId3"/>
          <a:stretch>
            <a:fillRect/>
          </a:stretch>
        </p:blipFill>
        <p:spPr>
          <a:xfrm>
            <a:off x="5589664" y="2329931"/>
            <a:ext cx="1603603" cy="919896"/>
          </a:xfrm>
          <a:prstGeom prst="rect">
            <a:avLst/>
          </a:prstGeom>
        </p:spPr>
      </p:pic>
      <p:pic>
        <p:nvPicPr>
          <p:cNvPr id="10" name="図 9" descr="テキスト&#10;&#10;AI 生成コンテンツは誤りを含む可能性があります。">
            <a:extLst>
              <a:ext uri="{FF2B5EF4-FFF2-40B4-BE49-F238E27FC236}">
                <a16:creationId xmlns:a16="http://schemas.microsoft.com/office/drawing/2014/main" id="{AAEFF243-4578-4FE6-A762-AF158053BC19}"/>
              </a:ext>
            </a:extLst>
          </p:cNvPr>
          <p:cNvPicPr>
            <a:picLocks noChangeAspect="1"/>
          </p:cNvPicPr>
          <p:nvPr/>
        </p:nvPicPr>
        <p:blipFill>
          <a:blip r:embed="rId4"/>
          <a:stretch>
            <a:fillRect/>
          </a:stretch>
        </p:blipFill>
        <p:spPr>
          <a:xfrm>
            <a:off x="8107568" y="2286580"/>
            <a:ext cx="2340845" cy="1073426"/>
          </a:xfrm>
          <a:prstGeom prst="rect">
            <a:avLst/>
          </a:prstGeom>
        </p:spPr>
      </p:pic>
      <p:sp>
        <p:nvSpPr>
          <p:cNvPr id="11" name="テキスト ボックス 10">
            <a:extLst>
              <a:ext uri="{FF2B5EF4-FFF2-40B4-BE49-F238E27FC236}">
                <a16:creationId xmlns:a16="http://schemas.microsoft.com/office/drawing/2014/main" id="{EE620DD6-F2C4-DD8C-583E-2CE84D47E64F}"/>
              </a:ext>
            </a:extLst>
          </p:cNvPr>
          <p:cNvSpPr txBox="1"/>
          <p:nvPr/>
        </p:nvSpPr>
        <p:spPr>
          <a:xfrm>
            <a:off x="7307483" y="2592461"/>
            <a:ext cx="591781" cy="461665"/>
          </a:xfrm>
          <a:prstGeom prst="rect">
            <a:avLst/>
          </a:prstGeom>
          <a:noFill/>
        </p:spPr>
        <p:txBody>
          <a:bodyPr wrap="square" rtlCol="0">
            <a:spAutoFit/>
          </a:bodyPr>
          <a:lstStyle/>
          <a:p>
            <a:pPr algn="ctr"/>
            <a:r>
              <a:rPr kumimoji="1" lang="ja-JP" altLang="en-US" sz="2400" dirty="0"/>
              <a:t>⇒</a:t>
            </a:r>
          </a:p>
        </p:txBody>
      </p:sp>
      <p:sp>
        <p:nvSpPr>
          <p:cNvPr id="12" name="コンテンツ プレースホルダー 2">
            <a:extLst>
              <a:ext uri="{FF2B5EF4-FFF2-40B4-BE49-F238E27FC236}">
                <a16:creationId xmlns:a16="http://schemas.microsoft.com/office/drawing/2014/main" id="{33FFF810-8B73-2D12-EA47-BE20A1A07289}"/>
              </a:ext>
            </a:extLst>
          </p:cNvPr>
          <p:cNvSpPr txBox="1">
            <a:spLocks/>
          </p:cNvSpPr>
          <p:nvPr/>
        </p:nvSpPr>
        <p:spPr>
          <a:xfrm>
            <a:off x="5020913" y="3429000"/>
            <a:ext cx="6306931" cy="6800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実際のデータのフラクタル次元を求める手法としてボックスカウント法などがある</a:t>
            </a:r>
          </a:p>
        </p:txBody>
      </p:sp>
      <p:pic>
        <p:nvPicPr>
          <p:cNvPr id="14" name="図 13" descr="テキスト&#10;&#10;AI 生成コンテンツは誤りを含む可能性があります。">
            <a:extLst>
              <a:ext uri="{FF2B5EF4-FFF2-40B4-BE49-F238E27FC236}">
                <a16:creationId xmlns:a16="http://schemas.microsoft.com/office/drawing/2014/main" id="{DE7081DA-A975-A148-1B12-D30EDFE91C1E}"/>
              </a:ext>
            </a:extLst>
          </p:cNvPr>
          <p:cNvPicPr>
            <a:picLocks noChangeAspect="1"/>
          </p:cNvPicPr>
          <p:nvPr/>
        </p:nvPicPr>
        <p:blipFill>
          <a:blip r:embed="rId5"/>
          <a:stretch>
            <a:fillRect/>
          </a:stretch>
        </p:blipFill>
        <p:spPr>
          <a:xfrm>
            <a:off x="7134756" y="4025435"/>
            <a:ext cx="1945623" cy="911663"/>
          </a:xfrm>
          <a:prstGeom prst="rect">
            <a:avLst/>
          </a:prstGeom>
        </p:spPr>
      </p:pic>
      <p:sp>
        <p:nvSpPr>
          <p:cNvPr id="15" name="コンテンツ プレースホルダー 2">
            <a:extLst>
              <a:ext uri="{FF2B5EF4-FFF2-40B4-BE49-F238E27FC236}">
                <a16:creationId xmlns:a16="http://schemas.microsoft.com/office/drawing/2014/main" id="{FABE1CD8-007C-E234-741D-958279E89D89}"/>
              </a:ext>
            </a:extLst>
          </p:cNvPr>
          <p:cNvSpPr txBox="1">
            <a:spLocks/>
          </p:cNvSpPr>
          <p:nvPr/>
        </p:nvSpPr>
        <p:spPr>
          <a:xfrm>
            <a:off x="5043834" y="5106587"/>
            <a:ext cx="6306931" cy="7276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時系列データの場合はハースト指数の方を直接求めるケースが多い</a:t>
            </a:r>
          </a:p>
        </p:txBody>
      </p:sp>
    </p:spTree>
    <p:extLst>
      <p:ext uri="{BB962C8B-B14F-4D97-AF65-F5344CB8AC3E}">
        <p14:creationId xmlns:p14="http://schemas.microsoft.com/office/powerpoint/2010/main" val="1030977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F7DDB1-CB9C-E632-D1E4-90BD03298909}"/>
              </a:ext>
            </a:extLst>
          </p:cNvPr>
          <p:cNvSpPr>
            <a:spLocks noGrp="1"/>
          </p:cNvSpPr>
          <p:nvPr>
            <p:ph type="title"/>
          </p:nvPr>
        </p:nvSpPr>
        <p:spPr/>
        <p:txBody>
          <a:bodyPr/>
          <a:lstStyle/>
          <a:p>
            <a:r>
              <a:rPr kumimoji="1" lang="ja-JP" altLang="en-US" dirty="0"/>
              <a:t>ハースト指数の計測方法</a:t>
            </a:r>
          </a:p>
        </p:txBody>
      </p:sp>
      <p:graphicFrame>
        <p:nvGraphicFramePr>
          <p:cNvPr id="4" name="表 3">
            <a:extLst>
              <a:ext uri="{FF2B5EF4-FFF2-40B4-BE49-F238E27FC236}">
                <a16:creationId xmlns:a16="http://schemas.microsoft.com/office/drawing/2014/main" id="{80A1AE3F-5928-9066-656C-F333F149FAE9}"/>
              </a:ext>
            </a:extLst>
          </p:cNvPr>
          <p:cNvGraphicFramePr>
            <a:graphicFrameLocks noGrp="1"/>
          </p:cNvGraphicFramePr>
          <p:nvPr>
            <p:extLst>
              <p:ext uri="{D42A27DB-BD31-4B8C-83A1-F6EECF244321}">
                <p14:modId xmlns:p14="http://schemas.microsoft.com/office/powerpoint/2010/main" val="2489528587"/>
              </p:ext>
            </p:extLst>
          </p:nvPr>
        </p:nvGraphicFramePr>
        <p:xfrm>
          <a:off x="301135" y="1096298"/>
          <a:ext cx="11589730" cy="5034280"/>
        </p:xfrm>
        <a:graphic>
          <a:graphicData uri="http://schemas.openxmlformats.org/drawingml/2006/table">
            <a:tbl>
              <a:tblPr firstRow="1" bandRow="1">
                <a:tableStyleId>{5C22544A-7EE6-4342-B048-85BDC9FD1C3A}</a:tableStyleId>
              </a:tblPr>
              <a:tblGrid>
                <a:gridCol w="2945130">
                  <a:extLst>
                    <a:ext uri="{9D8B030D-6E8A-4147-A177-3AD203B41FA5}">
                      <a16:colId xmlns:a16="http://schemas.microsoft.com/office/drawing/2014/main" val="3663621034"/>
                    </a:ext>
                  </a:extLst>
                </a:gridCol>
                <a:gridCol w="2909722">
                  <a:extLst>
                    <a:ext uri="{9D8B030D-6E8A-4147-A177-3AD203B41FA5}">
                      <a16:colId xmlns:a16="http://schemas.microsoft.com/office/drawing/2014/main" val="2608488799"/>
                    </a:ext>
                  </a:extLst>
                </a:gridCol>
                <a:gridCol w="2723322">
                  <a:extLst>
                    <a:ext uri="{9D8B030D-6E8A-4147-A177-3AD203B41FA5}">
                      <a16:colId xmlns:a16="http://schemas.microsoft.com/office/drawing/2014/main" val="114782355"/>
                    </a:ext>
                  </a:extLst>
                </a:gridCol>
                <a:gridCol w="3011556">
                  <a:extLst>
                    <a:ext uri="{9D8B030D-6E8A-4147-A177-3AD203B41FA5}">
                      <a16:colId xmlns:a16="http://schemas.microsoft.com/office/drawing/2014/main" val="3074954957"/>
                    </a:ext>
                  </a:extLst>
                </a:gridCol>
              </a:tblGrid>
              <a:tr h="370840">
                <a:tc>
                  <a:txBody>
                    <a:bodyPr/>
                    <a:lstStyle/>
                    <a:p>
                      <a:pPr algn="ctr" rtl="0">
                        <a:buNone/>
                      </a:pPr>
                      <a:r>
                        <a:rPr lang="ja-JP" altLang="en-US" sz="1400" b="1" dirty="0">
                          <a:solidFill>
                            <a:schemeClr val="bg1"/>
                          </a:solidFill>
                          <a:effectLst/>
                          <a:latin typeface="Google Sans Text"/>
                        </a:rPr>
                        <a:t>手法</a:t>
                      </a:r>
                      <a:endParaRPr lang="ja-JP" altLang="en-US" sz="1400" dirty="0">
                        <a:solidFill>
                          <a:schemeClr val="bg1"/>
                        </a:solidFill>
                        <a:effectLst/>
                        <a:latin typeface="Google Sans Text"/>
                      </a:endParaRPr>
                    </a:p>
                  </a:txBody>
                  <a:tcPr marT="60960" marB="60960" anchor="ctr"/>
                </a:tc>
                <a:tc>
                  <a:txBody>
                    <a:bodyPr/>
                    <a:lstStyle/>
                    <a:p>
                      <a:pPr algn="ctr" rtl="0">
                        <a:buNone/>
                      </a:pPr>
                      <a:r>
                        <a:rPr lang="ja-JP" altLang="en-US" sz="1400" b="1" dirty="0">
                          <a:solidFill>
                            <a:schemeClr val="bg1"/>
                          </a:solidFill>
                          <a:effectLst/>
                          <a:latin typeface="Google Sans Text"/>
                        </a:rPr>
                        <a:t>概要</a:t>
                      </a:r>
                      <a:endParaRPr lang="ja-JP" altLang="en-US" sz="1400" dirty="0">
                        <a:solidFill>
                          <a:schemeClr val="bg1"/>
                        </a:solidFill>
                        <a:effectLst/>
                        <a:latin typeface="Google Sans Text"/>
                      </a:endParaRPr>
                    </a:p>
                  </a:txBody>
                  <a:tcPr marT="60960" marB="60960" anchor="ctr"/>
                </a:tc>
                <a:tc>
                  <a:txBody>
                    <a:bodyPr/>
                    <a:lstStyle/>
                    <a:p>
                      <a:pPr algn="ctr" rtl="0">
                        <a:buNone/>
                      </a:pPr>
                      <a:r>
                        <a:rPr lang="ja-JP" altLang="en-US" sz="1400" b="1">
                          <a:solidFill>
                            <a:schemeClr val="bg1"/>
                          </a:solidFill>
                          <a:effectLst/>
                          <a:latin typeface="Google Sans Text"/>
                        </a:rPr>
                        <a:t>メリット</a:t>
                      </a:r>
                      <a:endParaRPr lang="ja-JP" altLang="en-US" sz="1400">
                        <a:solidFill>
                          <a:schemeClr val="bg1"/>
                        </a:solidFill>
                        <a:effectLst/>
                        <a:latin typeface="Google Sans Text"/>
                      </a:endParaRPr>
                    </a:p>
                  </a:txBody>
                  <a:tcPr marT="60960" marB="60960" anchor="ctr"/>
                </a:tc>
                <a:tc>
                  <a:txBody>
                    <a:bodyPr/>
                    <a:lstStyle/>
                    <a:p>
                      <a:pPr algn="ctr" rtl="0">
                        <a:buNone/>
                      </a:pPr>
                      <a:r>
                        <a:rPr lang="ja-JP" altLang="en-US" sz="1400" b="1" dirty="0">
                          <a:solidFill>
                            <a:schemeClr val="bg1"/>
                          </a:solidFill>
                          <a:effectLst/>
                          <a:latin typeface="Google Sans Text"/>
                        </a:rPr>
                        <a:t>デメリット・注意点</a:t>
                      </a:r>
                      <a:endParaRPr lang="ja-JP" altLang="en-US" sz="1400" dirty="0">
                        <a:solidFill>
                          <a:schemeClr val="bg1"/>
                        </a:solidFill>
                        <a:effectLst/>
                        <a:latin typeface="Google Sans Text"/>
                      </a:endParaRPr>
                    </a:p>
                  </a:txBody>
                  <a:tcPr marT="60960" marB="60960" anchor="ctr"/>
                </a:tc>
                <a:extLst>
                  <a:ext uri="{0D108BD9-81ED-4DB2-BD59-A6C34878D82A}">
                    <a16:rowId xmlns:a16="http://schemas.microsoft.com/office/drawing/2014/main" val="784786508"/>
                  </a:ext>
                </a:extLst>
              </a:tr>
              <a:tr h="370840">
                <a:tc>
                  <a:txBody>
                    <a:bodyPr/>
                    <a:lstStyle/>
                    <a:p>
                      <a:pPr algn="ctr" rtl="0">
                        <a:buNone/>
                      </a:pPr>
                      <a:r>
                        <a:rPr lang="en-US" sz="1600" b="1" dirty="0">
                          <a:solidFill>
                            <a:srgbClr val="1F1F1F"/>
                          </a:solidFill>
                          <a:effectLst/>
                          <a:latin typeface="Google Sans Text"/>
                        </a:rPr>
                        <a:t>R/S</a:t>
                      </a:r>
                      <a:r>
                        <a:rPr lang="ja-JP" altLang="en-US" sz="1600" b="1" dirty="0">
                          <a:solidFill>
                            <a:srgbClr val="1F1F1F"/>
                          </a:solidFill>
                          <a:effectLst/>
                          <a:latin typeface="Google Sans Text"/>
                        </a:rPr>
                        <a:t>解析</a:t>
                      </a:r>
                      <a:endParaRPr lang="en-US" altLang="ja-JP" sz="1600" b="1" dirty="0">
                        <a:solidFill>
                          <a:srgbClr val="1F1F1F"/>
                        </a:solidFill>
                        <a:effectLst/>
                        <a:latin typeface="Google Sans Text"/>
                      </a:endParaRPr>
                    </a:p>
                    <a:p>
                      <a:pPr algn="ctr" rtl="0">
                        <a:buNone/>
                      </a:pPr>
                      <a:r>
                        <a:rPr kumimoji="1" lang="en-US" altLang="ja-JP" sz="1600" dirty="0"/>
                        <a:t>(Rescaled Range Analysis)</a:t>
                      </a:r>
                      <a:endParaRPr lang="ja-JP" altLang="en-US" sz="1600" dirty="0">
                        <a:solidFill>
                          <a:srgbClr val="1F1F1F"/>
                        </a:solidFill>
                        <a:effectLst/>
                        <a:latin typeface="Google Sans Text"/>
                      </a:endParaRPr>
                    </a:p>
                  </a:txBody>
                  <a:tcPr marT="60960" marB="60960" anchor="ctr"/>
                </a:tc>
                <a:tc>
                  <a:txBody>
                    <a:bodyPr/>
                    <a:lstStyle/>
                    <a:p>
                      <a:pPr rtl="0">
                        <a:buNone/>
                      </a:pPr>
                      <a:r>
                        <a:rPr lang="ja-JP" altLang="en-US" sz="1400" dirty="0">
                          <a:solidFill>
                            <a:srgbClr val="1F1F1F"/>
                          </a:solidFill>
                          <a:effectLst/>
                          <a:latin typeface="Google Sans Text"/>
                        </a:rPr>
                        <a:t>累積偏差の範囲を標準偏差で正規化し、時間窓に対するスケーリングを見る古典的手法</a:t>
                      </a:r>
                    </a:p>
                  </a:txBody>
                  <a:tcPr marT="60960" marB="60960" anchor="ctr"/>
                </a:tc>
                <a:tc>
                  <a:txBody>
                    <a:bodyPr/>
                    <a:lstStyle/>
                    <a:p>
                      <a:pPr rtl="0">
                        <a:buNone/>
                      </a:pPr>
                      <a:r>
                        <a:rPr lang="ja-JP" altLang="en-US" sz="1400" dirty="0">
                          <a:solidFill>
                            <a:srgbClr val="1F1F1F"/>
                          </a:solidFill>
                          <a:effectLst/>
                          <a:latin typeface="Google Sans Text"/>
                        </a:rPr>
                        <a:t>直感的で歴史が長く、文献が豊富。計算が比較的容易。</a:t>
                      </a:r>
                    </a:p>
                  </a:txBody>
                  <a:tcPr marT="60960" marB="60960" anchor="ctr"/>
                </a:tc>
                <a:tc>
                  <a:txBody>
                    <a:bodyPr/>
                    <a:lstStyle/>
                    <a:p>
                      <a:pPr rtl="0">
                        <a:buNone/>
                      </a:pPr>
                      <a:r>
                        <a:rPr lang="ja-JP" altLang="en-US" sz="1400" b="1" dirty="0">
                          <a:solidFill>
                            <a:srgbClr val="1F1F1F"/>
                          </a:solidFill>
                          <a:effectLst/>
                          <a:latin typeface="Google Sans Text"/>
                        </a:rPr>
                        <a:t>非定常性（長期トレンド）に極めて弱い。</a:t>
                      </a:r>
                      <a:r>
                        <a:rPr lang="ja-JP" altLang="en-US" sz="1400" dirty="0">
                          <a:solidFill>
                            <a:srgbClr val="1F1F1F"/>
                          </a:solidFill>
                          <a:effectLst/>
                          <a:latin typeface="Google Sans Text"/>
                        </a:rPr>
                        <a:t> トレンドを記憶と誤認し、過大評価されやすい。</a:t>
                      </a:r>
                    </a:p>
                  </a:txBody>
                  <a:tcPr marT="60960" marB="60960" anchor="ctr"/>
                </a:tc>
                <a:extLst>
                  <a:ext uri="{0D108BD9-81ED-4DB2-BD59-A6C34878D82A}">
                    <a16:rowId xmlns:a16="http://schemas.microsoft.com/office/drawing/2014/main" val="26351017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1F1F1F"/>
                          </a:solidFill>
                          <a:effectLst/>
                          <a:latin typeface="Google Sans Text"/>
                        </a:rPr>
                        <a:t>DFA</a:t>
                      </a:r>
                      <a:r>
                        <a:rPr lang="en-US" sz="1600" dirty="0">
                          <a:solidFill>
                            <a:srgbClr val="1F1F1F"/>
                          </a:solidFill>
                          <a:effectLst/>
                          <a:latin typeface="Google Sans Text"/>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(Detrended Fluctuation Analysis)</a:t>
                      </a:r>
                      <a:endParaRPr kumimoji="1" lang="ja-JP" altLang="en-US" sz="1400" dirty="0"/>
                    </a:p>
                  </a:txBody>
                  <a:tcPr marT="60960" marB="60960" anchor="ctr"/>
                </a:tc>
                <a:tc>
                  <a:txBody>
                    <a:bodyPr/>
                    <a:lstStyle/>
                    <a:p>
                      <a:pPr rtl="0">
                        <a:buNone/>
                      </a:pPr>
                      <a:r>
                        <a:rPr lang="ja-JP" altLang="en-US" sz="1400" dirty="0">
                          <a:solidFill>
                            <a:srgbClr val="1F1F1F"/>
                          </a:solidFill>
                          <a:effectLst/>
                          <a:latin typeface="Google Sans Text"/>
                        </a:rPr>
                        <a:t>系列を積分し、各時間窓で多項式近似によるトレンド除去を行ってから、残差の分散のスケーリングを見る</a:t>
                      </a:r>
                    </a:p>
                  </a:txBody>
                  <a:tcPr marT="60960" marB="60960" anchor="ctr"/>
                </a:tc>
                <a:tc>
                  <a:txBody>
                    <a:bodyPr/>
                    <a:lstStyle/>
                    <a:p>
                      <a:pPr rtl="0">
                        <a:buNone/>
                      </a:pPr>
                      <a:r>
                        <a:rPr lang="ja-JP" altLang="en-US" sz="1400" b="1">
                          <a:solidFill>
                            <a:srgbClr val="1F1F1F"/>
                          </a:solidFill>
                          <a:effectLst/>
                          <a:latin typeface="Google Sans Text"/>
                        </a:rPr>
                        <a:t>非定常なデータでも安定して計測可能。</a:t>
                      </a:r>
                      <a:r>
                        <a:rPr lang="ja-JP" altLang="en-US" sz="1400">
                          <a:solidFill>
                            <a:srgbClr val="1F1F1F"/>
                          </a:solidFill>
                          <a:effectLst/>
                          <a:latin typeface="Google Sans Text"/>
                        </a:rPr>
                        <a:t> 金融データのデファクトスタンダード。</a:t>
                      </a:r>
                      <a:r>
                        <a:rPr lang="en-US" altLang="ja-JP" sz="1400">
                          <a:solidFill>
                            <a:srgbClr val="1F1F1F"/>
                          </a:solidFill>
                          <a:effectLst/>
                          <a:latin typeface="Google Sans Text"/>
                        </a:rPr>
                        <a:t>MF-DFA</a:t>
                      </a:r>
                      <a:r>
                        <a:rPr lang="ja-JP" altLang="en-US" sz="1400">
                          <a:solidFill>
                            <a:srgbClr val="1F1F1F"/>
                          </a:solidFill>
                          <a:effectLst/>
                          <a:latin typeface="Google Sans Text"/>
                        </a:rPr>
                        <a:t>への拡張が容易。</a:t>
                      </a:r>
                    </a:p>
                  </a:txBody>
                  <a:tcPr marT="60960" marB="60960" anchor="ctr"/>
                </a:tc>
                <a:tc>
                  <a:txBody>
                    <a:bodyPr/>
                    <a:lstStyle/>
                    <a:p>
                      <a:pPr rtl="0">
                        <a:buNone/>
                      </a:pPr>
                      <a:r>
                        <a:rPr lang="ja-JP" altLang="en-US" sz="1400">
                          <a:solidFill>
                            <a:srgbClr val="1F1F1F"/>
                          </a:solidFill>
                          <a:effectLst/>
                          <a:latin typeface="Google Sans Text"/>
                        </a:rPr>
                        <a:t>多項式の次数（</a:t>
                      </a:r>
                      <a:r>
                        <a:rPr lang="en-US" altLang="ja-JP" sz="1400">
                          <a:solidFill>
                            <a:srgbClr val="1F1F1F"/>
                          </a:solidFill>
                          <a:effectLst/>
                          <a:latin typeface="Google Sans Text"/>
                        </a:rPr>
                        <a:t>DFA1, DFA2...</a:t>
                      </a:r>
                      <a:r>
                        <a:rPr lang="ja-JP" altLang="en-US" sz="1400">
                          <a:solidFill>
                            <a:srgbClr val="1F1F1F"/>
                          </a:solidFill>
                          <a:effectLst/>
                          <a:latin typeface="Google Sans Text"/>
                        </a:rPr>
                        <a:t>）の選択に依存する。窓サイズの下限・上限の設定に職人芸が必要。</a:t>
                      </a:r>
                    </a:p>
                  </a:txBody>
                  <a:tcPr marT="60960" marB="60960" anchor="ctr"/>
                </a:tc>
                <a:extLst>
                  <a:ext uri="{0D108BD9-81ED-4DB2-BD59-A6C34878D82A}">
                    <a16:rowId xmlns:a16="http://schemas.microsoft.com/office/drawing/2014/main" val="2439054457"/>
                  </a:ext>
                </a:extLst>
              </a:tr>
              <a:tr h="370840">
                <a:tc>
                  <a:txBody>
                    <a:bodyPr/>
                    <a:lstStyle/>
                    <a:p>
                      <a:pPr algn="ctr" rtl="0">
                        <a:buNone/>
                      </a:pPr>
                      <a:r>
                        <a:rPr lang="ja-JP" altLang="en-US" sz="1600" b="1" dirty="0">
                          <a:solidFill>
                            <a:srgbClr val="1F1F1F"/>
                          </a:solidFill>
                          <a:effectLst/>
                          <a:latin typeface="Google Sans Text"/>
                        </a:rPr>
                        <a:t>分散スケーリング法</a:t>
                      </a:r>
                      <a:endParaRPr lang="ja-JP" altLang="en-US" sz="1600" dirty="0">
                        <a:solidFill>
                          <a:srgbClr val="1F1F1F"/>
                        </a:solidFill>
                        <a:effectLst/>
                        <a:latin typeface="Google Sans Text"/>
                      </a:endParaRPr>
                    </a:p>
                  </a:txBody>
                  <a:tcPr marT="60960" marB="60960" anchor="ctr"/>
                </a:tc>
                <a:tc>
                  <a:txBody>
                    <a:bodyPr/>
                    <a:lstStyle/>
                    <a:p>
                      <a:pPr rtl="0">
                        <a:buNone/>
                      </a:pPr>
                      <a:r>
                        <a:rPr lang="ja-JP" altLang="en-US" sz="1400" dirty="0">
                          <a:solidFill>
                            <a:srgbClr val="1F1F1F"/>
                          </a:solidFill>
                          <a:effectLst/>
                          <a:latin typeface="Google Sans Text"/>
                        </a:rPr>
                        <a:t>異なる時間スケール ごとにリターンの分散を計算</a:t>
                      </a:r>
                    </a:p>
                  </a:txBody>
                  <a:tcPr marT="60960" marB="60960" anchor="ctr"/>
                </a:tc>
                <a:tc>
                  <a:txBody>
                    <a:bodyPr/>
                    <a:lstStyle/>
                    <a:p>
                      <a:pPr rtl="0">
                        <a:buNone/>
                      </a:pPr>
                      <a:r>
                        <a:rPr lang="ja-JP" altLang="en-US" sz="1400" dirty="0">
                          <a:solidFill>
                            <a:srgbClr val="1F1F1F"/>
                          </a:solidFill>
                          <a:effectLst/>
                          <a:latin typeface="Google Sans Text"/>
                        </a:rPr>
                        <a:t>非常にシンプル。中心極限定理との対比が分かりやすい</a:t>
                      </a:r>
                    </a:p>
                  </a:txBody>
                  <a:tcPr marT="60960" marB="60960" anchor="ctr"/>
                </a:tc>
                <a:tc>
                  <a:txBody>
                    <a:bodyPr/>
                    <a:lstStyle/>
                    <a:p>
                      <a:pPr rtl="0">
                        <a:buNone/>
                      </a:pPr>
                      <a:r>
                        <a:rPr lang="ja-JP" altLang="en-US" sz="1400">
                          <a:solidFill>
                            <a:srgbClr val="1F1F1F"/>
                          </a:solidFill>
                          <a:effectLst/>
                          <a:latin typeface="Google Sans Text"/>
                        </a:rPr>
                        <a:t>サンプルサイズが小さいと推定が不安定。短期的な自己相関の影響を強く受け、長期記憶の分離が困難。</a:t>
                      </a:r>
                    </a:p>
                  </a:txBody>
                  <a:tcPr marT="60960" marB="60960" anchor="ctr"/>
                </a:tc>
                <a:extLst>
                  <a:ext uri="{0D108BD9-81ED-4DB2-BD59-A6C34878D82A}">
                    <a16:rowId xmlns:a16="http://schemas.microsoft.com/office/drawing/2014/main" val="2237580052"/>
                  </a:ext>
                </a:extLst>
              </a:tr>
              <a:tr h="370840">
                <a:tc>
                  <a:txBody>
                    <a:bodyPr/>
                    <a:lstStyle/>
                    <a:p>
                      <a:pPr algn="ctr" rtl="0">
                        <a:buNone/>
                      </a:pPr>
                      <a:r>
                        <a:rPr lang="ja-JP" altLang="en-US" sz="1600" b="1" dirty="0">
                          <a:solidFill>
                            <a:srgbClr val="1F1F1F"/>
                          </a:solidFill>
                          <a:effectLst/>
                          <a:latin typeface="Google Sans Text"/>
                        </a:rPr>
                        <a:t>スペクトル法</a:t>
                      </a:r>
                      <a:endParaRPr lang="en-US" altLang="ja-JP" sz="1600" b="1" dirty="0">
                        <a:solidFill>
                          <a:srgbClr val="1F1F1F"/>
                        </a:solidFill>
                        <a:effectLst/>
                        <a:latin typeface="Google Sans Text"/>
                      </a:endParaRPr>
                    </a:p>
                    <a:p>
                      <a:pPr algn="ctr" rtl="0">
                        <a:buNone/>
                      </a:pPr>
                      <a:r>
                        <a:rPr lang="ja-JP" altLang="en-US" sz="1600" dirty="0">
                          <a:solidFill>
                            <a:srgbClr val="1F1F1F"/>
                          </a:solidFill>
                          <a:effectLst/>
                          <a:latin typeface="Google Sans Text"/>
                        </a:rPr>
                        <a:t> </a:t>
                      </a:r>
                      <a:r>
                        <a:rPr lang="en-US" altLang="ja-JP" sz="1600" dirty="0">
                          <a:solidFill>
                            <a:srgbClr val="1F1F1F"/>
                          </a:solidFill>
                          <a:effectLst/>
                          <a:latin typeface="Google Sans Text"/>
                        </a:rPr>
                        <a:t>(</a:t>
                      </a:r>
                      <a:r>
                        <a:rPr lang="en-US" sz="1600" dirty="0">
                          <a:solidFill>
                            <a:srgbClr val="1F1F1F"/>
                          </a:solidFill>
                          <a:effectLst/>
                          <a:latin typeface="Google Sans Text"/>
                        </a:rPr>
                        <a:t>Periodogram)</a:t>
                      </a:r>
                    </a:p>
                  </a:txBody>
                  <a:tcPr marT="60960" marB="60960" anchor="ctr"/>
                </a:tc>
                <a:tc>
                  <a:txBody>
                    <a:bodyPr/>
                    <a:lstStyle/>
                    <a:p>
                      <a:pPr rtl="0">
                        <a:buNone/>
                      </a:pPr>
                      <a:r>
                        <a:rPr lang="ja-JP" altLang="en-US" sz="1400" dirty="0">
                          <a:solidFill>
                            <a:srgbClr val="1F1F1F"/>
                          </a:solidFill>
                          <a:effectLst/>
                          <a:latin typeface="Google Sans Text"/>
                        </a:rPr>
                        <a:t>パワースペクトル密度が低周波数帯で 従う性質を利用</a:t>
                      </a:r>
                    </a:p>
                  </a:txBody>
                  <a:tcPr marT="60960" marB="60960" anchor="ctr"/>
                </a:tc>
                <a:tc>
                  <a:txBody>
                    <a:bodyPr/>
                    <a:lstStyle/>
                    <a:p>
                      <a:pPr rtl="0">
                        <a:buNone/>
                      </a:pPr>
                      <a:r>
                        <a:rPr lang="ja-JP" altLang="en-US" sz="1400" dirty="0">
                          <a:solidFill>
                            <a:srgbClr val="1F1F1F"/>
                          </a:solidFill>
                          <a:effectLst/>
                          <a:latin typeface="Google Sans Text"/>
                        </a:rPr>
                        <a:t>周波数領域での解析が可能。物理や信号処理の知見を転用できる。</a:t>
                      </a:r>
                    </a:p>
                  </a:txBody>
                  <a:tcPr marT="60960" marB="60960" anchor="ctr"/>
                </a:tc>
                <a:tc>
                  <a:txBody>
                    <a:bodyPr/>
                    <a:lstStyle/>
                    <a:p>
                      <a:pPr rtl="0">
                        <a:buNone/>
                      </a:pPr>
                      <a:r>
                        <a:rPr lang="ja-JP" altLang="en-US" sz="1400" dirty="0">
                          <a:solidFill>
                            <a:srgbClr val="1F1F1F"/>
                          </a:solidFill>
                          <a:effectLst/>
                          <a:latin typeface="Google Sans Text"/>
                        </a:rPr>
                        <a:t>窓関数の選択や平滑化の処理で結果が変わる。金融データ特有のノイズ（高周波）の影響を受けやすい。</a:t>
                      </a:r>
                    </a:p>
                  </a:txBody>
                  <a:tcPr marT="60960" marB="60960" anchor="ctr"/>
                </a:tc>
                <a:extLst>
                  <a:ext uri="{0D108BD9-81ED-4DB2-BD59-A6C34878D82A}">
                    <a16:rowId xmlns:a16="http://schemas.microsoft.com/office/drawing/2014/main" val="1651920901"/>
                  </a:ext>
                </a:extLst>
              </a:tr>
              <a:tr h="370840">
                <a:tc>
                  <a:txBody>
                    <a:bodyPr/>
                    <a:lstStyle/>
                    <a:p>
                      <a:pPr algn="ctr" rtl="0">
                        <a:buNone/>
                      </a:pPr>
                      <a:r>
                        <a:rPr lang="en-US" sz="1600" b="1" dirty="0">
                          <a:solidFill>
                            <a:srgbClr val="1F1F1F"/>
                          </a:solidFill>
                          <a:effectLst/>
                          <a:latin typeface="Google Sans Text"/>
                        </a:rPr>
                        <a:t>BHK</a:t>
                      </a:r>
                      <a:r>
                        <a:rPr lang="en-US" sz="1600" dirty="0">
                          <a:solidFill>
                            <a:srgbClr val="1F1F1F"/>
                          </a:solidFill>
                          <a:effectLst/>
                          <a:latin typeface="Google Sans Text"/>
                        </a:rPr>
                        <a:t> </a:t>
                      </a:r>
                    </a:p>
                    <a:p>
                      <a:pPr algn="ctr" rtl="0">
                        <a:buNone/>
                      </a:pPr>
                      <a:r>
                        <a:rPr lang="en-US" sz="1600" dirty="0">
                          <a:solidFill>
                            <a:srgbClr val="1F1F1F"/>
                          </a:solidFill>
                          <a:effectLst/>
                          <a:latin typeface="Google Sans Text"/>
                        </a:rPr>
                        <a:t>(Bayesian Hurst-Kolmogorov)</a:t>
                      </a:r>
                    </a:p>
                  </a:txBody>
                  <a:tcPr marT="60960" marB="60960" anchor="ctr"/>
                </a:tc>
                <a:tc>
                  <a:txBody>
                    <a:bodyPr/>
                    <a:lstStyle/>
                    <a:p>
                      <a:pPr rtl="0">
                        <a:buNone/>
                      </a:pPr>
                      <a:r>
                        <a:rPr lang="ja-JP" altLang="en-US" sz="1400" dirty="0">
                          <a:solidFill>
                            <a:srgbClr val="1F1F1F"/>
                          </a:solidFill>
                          <a:effectLst/>
                          <a:latin typeface="Google Sans Text"/>
                        </a:rPr>
                        <a:t>ハースト・コロモゴロフ過程（または</a:t>
                      </a:r>
                      <a:r>
                        <a:rPr lang="en-US" altLang="ja-JP" sz="1400" dirty="0" err="1">
                          <a:solidFill>
                            <a:srgbClr val="1F1F1F"/>
                          </a:solidFill>
                          <a:effectLst/>
                          <a:latin typeface="Google Sans Text"/>
                        </a:rPr>
                        <a:t>fGN</a:t>
                      </a:r>
                      <a:r>
                        <a:rPr lang="ja-JP" altLang="en-US" sz="1400" dirty="0">
                          <a:solidFill>
                            <a:srgbClr val="1F1F1F"/>
                          </a:solidFill>
                          <a:effectLst/>
                          <a:latin typeface="Google Sans Text"/>
                        </a:rPr>
                        <a:t>）を仮定し、ベイズ統計を用いて </a:t>
                      </a:r>
                      <a:r>
                        <a:rPr lang="en-US" altLang="ja-JP" sz="1400" dirty="0">
                          <a:solidFill>
                            <a:srgbClr val="1F1F1F"/>
                          </a:solidFill>
                          <a:effectLst/>
                          <a:latin typeface="Google Sans Text"/>
                        </a:rPr>
                        <a:t>H</a:t>
                      </a:r>
                      <a:r>
                        <a:rPr lang="ja-JP" altLang="en-US" sz="1400" dirty="0">
                          <a:solidFill>
                            <a:srgbClr val="1F1F1F"/>
                          </a:solidFill>
                          <a:effectLst/>
                          <a:latin typeface="Google Sans Text"/>
                        </a:rPr>
                        <a:t>の事後分布を求める。</a:t>
                      </a:r>
                    </a:p>
                  </a:txBody>
                  <a:tcPr marT="60960" marB="60960" anchor="ctr"/>
                </a:tc>
                <a:tc>
                  <a:txBody>
                    <a:bodyPr/>
                    <a:lstStyle/>
                    <a:p>
                      <a:pPr rtl="0">
                        <a:buNone/>
                      </a:pPr>
                      <a:r>
                        <a:rPr lang="ja-JP" altLang="en-US" sz="1400" b="1" dirty="0">
                          <a:solidFill>
                            <a:srgbClr val="1F1F1F"/>
                          </a:solidFill>
                          <a:effectLst/>
                          <a:latin typeface="Google Sans Text"/>
                        </a:rPr>
                        <a:t>推定の不確実性（</a:t>
                      </a:r>
                      <a:r>
                        <a:rPr lang="en-US" altLang="ja-JP" sz="1400" b="1" dirty="0">
                          <a:solidFill>
                            <a:srgbClr val="1F1F1F"/>
                          </a:solidFill>
                          <a:effectLst/>
                          <a:latin typeface="Google Sans Text"/>
                        </a:rPr>
                        <a:t>95%</a:t>
                      </a:r>
                      <a:r>
                        <a:rPr lang="ja-JP" altLang="en-US" sz="1400" b="1" dirty="0">
                          <a:solidFill>
                            <a:srgbClr val="1F1F1F"/>
                          </a:solidFill>
                          <a:effectLst/>
                          <a:latin typeface="Google Sans Text"/>
                        </a:rPr>
                        <a:t>信用区間など）を定量化できる。</a:t>
                      </a:r>
                      <a:r>
                        <a:rPr lang="ja-JP" altLang="en-US" sz="1400" dirty="0">
                          <a:solidFill>
                            <a:srgbClr val="1F1F1F"/>
                          </a:solidFill>
                          <a:effectLst/>
                          <a:latin typeface="Google Sans Text"/>
                        </a:rPr>
                        <a:t> 小サンプルでもロバストで、事前知識を注入可能。</a:t>
                      </a:r>
                    </a:p>
                  </a:txBody>
                  <a:tcPr marT="60960" marB="60960" anchor="ctr"/>
                </a:tc>
                <a:tc>
                  <a:txBody>
                    <a:bodyPr/>
                    <a:lstStyle/>
                    <a:p>
                      <a:pPr rtl="0">
                        <a:buNone/>
                      </a:pPr>
                      <a:r>
                        <a:rPr lang="ja-JP" altLang="en-US" sz="1400" dirty="0">
                          <a:solidFill>
                            <a:srgbClr val="1F1F1F"/>
                          </a:solidFill>
                          <a:effectLst/>
                          <a:latin typeface="Google Sans Text"/>
                        </a:rPr>
                        <a:t>計算コストが比較的高い。基礎となる確率過程（</a:t>
                      </a:r>
                      <a:r>
                        <a:rPr lang="en-US" altLang="ja-JP" sz="1400" dirty="0" err="1">
                          <a:solidFill>
                            <a:srgbClr val="1F1F1F"/>
                          </a:solidFill>
                          <a:effectLst/>
                          <a:latin typeface="Google Sans Text"/>
                        </a:rPr>
                        <a:t>fGN</a:t>
                      </a:r>
                      <a:r>
                        <a:rPr lang="ja-JP" altLang="en-US" sz="1400" dirty="0">
                          <a:solidFill>
                            <a:srgbClr val="1F1F1F"/>
                          </a:solidFill>
                          <a:effectLst/>
                          <a:latin typeface="Google Sans Text"/>
                        </a:rPr>
                        <a:t>など）のモデル仮定が強く、マルチフラクタル性への対応は別途必要。</a:t>
                      </a:r>
                    </a:p>
                  </a:txBody>
                  <a:tcPr marT="60960" marB="60960" anchor="ctr"/>
                </a:tc>
                <a:extLst>
                  <a:ext uri="{0D108BD9-81ED-4DB2-BD59-A6C34878D82A}">
                    <a16:rowId xmlns:a16="http://schemas.microsoft.com/office/drawing/2014/main" val="1445695714"/>
                  </a:ext>
                </a:extLst>
              </a:tr>
            </a:tbl>
          </a:graphicData>
        </a:graphic>
      </p:graphicFrame>
      <p:sp>
        <p:nvSpPr>
          <p:cNvPr id="5" name="スライド番号プレースホルダー 4">
            <a:extLst>
              <a:ext uri="{FF2B5EF4-FFF2-40B4-BE49-F238E27FC236}">
                <a16:creationId xmlns:a16="http://schemas.microsoft.com/office/drawing/2014/main" id="{22FAC5E0-AA5F-56BD-8B42-660C29425170}"/>
              </a:ext>
            </a:extLst>
          </p:cNvPr>
          <p:cNvSpPr>
            <a:spLocks noGrp="1"/>
          </p:cNvSpPr>
          <p:nvPr>
            <p:ph type="sldNum" sz="quarter" idx="12"/>
          </p:nvPr>
        </p:nvSpPr>
        <p:spPr/>
        <p:txBody>
          <a:bodyPr/>
          <a:lstStyle/>
          <a:p>
            <a:fld id="{50D3C8B2-6F41-4419-91EE-BC3E1745F8DC}" type="slidenum">
              <a:rPr kumimoji="1" lang="ja-JP" altLang="en-US" smtClean="0"/>
              <a:t>7</a:t>
            </a:fld>
            <a:endParaRPr kumimoji="1" lang="ja-JP" altLang="en-US"/>
          </a:p>
        </p:txBody>
      </p:sp>
    </p:spTree>
    <p:extLst>
      <p:ext uri="{BB962C8B-B14F-4D97-AF65-F5344CB8AC3E}">
        <p14:creationId xmlns:p14="http://schemas.microsoft.com/office/powerpoint/2010/main" val="606212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B8C819-A22A-D4F0-5E17-B3E9C5086BCC}"/>
              </a:ext>
            </a:extLst>
          </p:cNvPr>
          <p:cNvSpPr>
            <a:spLocks noGrp="1"/>
          </p:cNvSpPr>
          <p:nvPr>
            <p:ph type="title"/>
          </p:nvPr>
        </p:nvSpPr>
        <p:spPr/>
        <p:txBody>
          <a:bodyPr/>
          <a:lstStyle/>
          <a:p>
            <a:r>
              <a:rPr lang="en-US" altLang="ja-JP" dirty="0"/>
              <a:t>R/S</a:t>
            </a:r>
            <a:r>
              <a:rPr lang="ja-JP" altLang="en-US" dirty="0"/>
              <a:t>解析（１）</a:t>
            </a:r>
            <a:endParaRPr kumimoji="1" lang="ja-JP" altLang="en-US" dirty="0"/>
          </a:p>
        </p:txBody>
      </p:sp>
      <p:sp>
        <p:nvSpPr>
          <p:cNvPr id="3" name="コンテンツ プレースホルダー 2">
            <a:extLst>
              <a:ext uri="{FF2B5EF4-FFF2-40B4-BE49-F238E27FC236}">
                <a16:creationId xmlns:a16="http://schemas.microsoft.com/office/drawing/2014/main" id="{78D2B2BF-8DB9-DEF2-B381-D8659C8929AB}"/>
              </a:ext>
            </a:extLst>
          </p:cNvPr>
          <p:cNvSpPr>
            <a:spLocks noGrp="1"/>
          </p:cNvSpPr>
          <p:nvPr>
            <p:ph idx="1"/>
          </p:nvPr>
        </p:nvSpPr>
        <p:spPr>
          <a:xfrm>
            <a:off x="275440" y="1015058"/>
            <a:ext cx="11520054" cy="5200072"/>
          </a:xfrm>
        </p:spPr>
        <p:txBody>
          <a:bodyPr/>
          <a:lstStyle/>
          <a:p>
            <a:r>
              <a:rPr kumimoji="1" lang="en-US" altLang="ja-JP" dirty="0"/>
              <a:t>R/S</a:t>
            </a:r>
            <a:r>
              <a:rPr kumimoji="1" lang="ja-JP" altLang="en-US" dirty="0"/>
              <a:t>解析</a:t>
            </a:r>
            <a:endParaRPr kumimoji="1" lang="en-US" altLang="ja-JP" dirty="0"/>
          </a:p>
          <a:p>
            <a:pPr lvl="1"/>
            <a:r>
              <a:rPr kumimoji="1" lang="ja-JP" altLang="en-US" dirty="0"/>
              <a:t>「ある時間幅で見たとき、どれくらい“振れ幅の大きな動き”をするか」を、スケールごとに比べる手法</a:t>
            </a:r>
            <a:endParaRPr kumimoji="1" lang="en-US" altLang="ja-JP" dirty="0"/>
          </a:p>
          <a:p>
            <a:pPr lvl="1"/>
            <a:endParaRPr lang="en-US" altLang="ja-JP" dirty="0"/>
          </a:p>
          <a:p>
            <a:r>
              <a:rPr kumimoji="1" lang="ja-JP" altLang="en-US" dirty="0"/>
              <a:t>計算ステップ</a:t>
            </a:r>
            <a:endParaRPr kumimoji="1" lang="en-US" altLang="ja-JP" dirty="0"/>
          </a:p>
          <a:p>
            <a:pPr lvl="1"/>
            <a:r>
              <a:rPr kumimoji="1" lang="ja-JP" altLang="en-US" dirty="0"/>
              <a:t>ステップ１</a:t>
            </a:r>
            <a:endParaRPr kumimoji="1" lang="en-US" altLang="ja-JP" dirty="0"/>
          </a:p>
          <a:p>
            <a:pPr lvl="2"/>
            <a:r>
              <a:rPr lang="ja-JP" altLang="en-US" dirty="0"/>
              <a:t>スケール</a:t>
            </a:r>
            <a:r>
              <a:rPr lang="en-US" altLang="ja-JP" dirty="0"/>
              <a:t>n</a:t>
            </a:r>
            <a:r>
              <a:rPr lang="ja-JP" altLang="en-US" dirty="0"/>
              <a:t>を決め、系列を長さ</a:t>
            </a:r>
            <a:r>
              <a:rPr lang="en-US" altLang="ja-JP" dirty="0"/>
              <a:t>n</a:t>
            </a:r>
            <a:r>
              <a:rPr lang="ja-JP" altLang="en-US" dirty="0"/>
              <a:t>のブロックに分割</a:t>
            </a:r>
            <a:endParaRPr lang="en-US" altLang="ja-JP" dirty="0"/>
          </a:p>
          <a:p>
            <a:pPr lvl="2"/>
            <a:endParaRPr kumimoji="1" lang="en-US" altLang="ja-JP" dirty="0"/>
          </a:p>
          <a:p>
            <a:pPr lvl="1"/>
            <a:r>
              <a:rPr lang="ja-JP" altLang="en-US" dirty="0"/>
              <a:t>ステップ２</a:t>
            </a:r>
            <a:endParaRPr lang="en-US" altLang="ja-JP" dirty="0"/>
          </a:p>
          <a:p>
            <a:pPr lvl="2"/>
            <a:r>
              <a:rPr kumimoji="1" lang="ja-JP" altLang="en-US" dirty="0"/>
              <a:t>各ブロックで平均を引く</a:t>
            </a:r>
            <a:endParaRPr kumimoji="1" lang="en-US" altLang="ja-JP" dirty="0"/>
          </a:p>
          <a:p>
            <a:pPr lvl="2"/>
            <a:endParaRPr lang="en-US" altLang="ja-JP" dirty="0"/>
          </a:p>
          <a:p>
            <a:pPr lvl="1"/>
            <a:r>
              <a:rPr kumimoji="1" lang="ja-JP" altLang="en-US" dirty="0"/>
              <a:t>ステップ４</a:t>
            </a:r>
            <a:endParaRPr kumimoji="1" lang="en-US" altLang="ja-JP" dirty="0"/>
          </a:p>
          <a:p>
            <a:pPr lvl="2"/>
            <a:r>
              <a:rPr lang="ja-JP" altLang="en-US" dirty="0"/>
              <a:t>中心化系列の累積和を作る</a:t>
            </a:r>
            <a:endParaRPr lang="en-US" altLang="ja-JP" dirty="0"/>
          </a:p>
          <a:p>
            <a:pPr lvl="2"/>
            <a:endParaRPr kumimoji="1" lang="en-US" altLang="ja-JP" dirty="0"/>
          </a:p>
          <a:p>
            <a:pPr lvl="1"/>
            <a:r>
              <a:rPr kumimoji="1" lang="ja-JP" altLang="en-US" dirty="0"/>
              <a:t>ステップ５</a:t>
            </a:r>
            <a:endParaRPr lang="en-US" altLang="ja-JP" dirty="0"/>
          </a:p>
          <a:p>
            <a:pPr lvl="2"/>
            <a:r>
              <a:rPr kumimoji="1" lang="en-US" altLang="ja-JP" dirty="0"/>
              <a:t>Range R</a:t>
            </a:r>
            <a:r>
              <a:rPr lang="ja-JP" altLang="en-US" dirty="0"/>
              <a:t>を計算</a:t>
            </a:r>
            <a:endParaRPr kumimoji="1" lang="ja-JP" altLang="en-US" dirty="0"/>
          </a:p>
        </p:txBody>
      </p:sp>
      <p:sp>
        <p:nvSpPr>
          <p:cNvPr id="4" name="スライド番号プレースホルダー 3">
            <a:extLst>
              <a:ext uri="{FF2B5EF4-FFF2-40B4-BE49-F238E27FC236}">
                <a16:creationId xmlns:a16="http://schemas.microsoft.com/office/drawing/2014/main" id="{1D0D15EA-6BAF-0426-D87D-7EC3E9B995F4}"/>
              </a:ext>
            </a:extLst>
          </p:cNvPr>
          <p:cNvSpPr>
            <a:spLocks noGrp="1"/>
          </p:cNvSpPr>
          <p:nvPr>
            <p:ph type="sldNum" sz="quarter" idx="12"/>
          </p:nvPr>
        </p:nvSpPr>
        <p:spPr/>
        <p:txBody>
          <a:bodyPr/>
          <a:lstStyle/>
          <a:p>
            <a:fld id="{50D3C8B2-6F41-4419-91EE-BC3E1745F8DC}" type="slidenum">
              <a:rPr kumimoji="1" lang="ja-JP" altLang="en-US" smtClean="0"/>
              <a:t>8</a:t>
            </a:fld>
            <a:endParaRPr kumimoji="1" lang="ja-JP" altLang="en-US"/>
          </a:p>
        </p:txBody>
      </p:sp>
      <p:pic>
        <p:nvPicPr>
          <p:cNvPr id="8" name="図 7" descr="グラフ, ヒストグラム&#10;&#10;AI 生成コンテンツは誤りを含む可能性があります。">
            <a:extLst>
              <a:ext uri="{FF2B5EF4-FFF2-40B4-BE49-F238E27FC236}">
                <a16:creationId xmlns:a16="http://schemas.microsoft.com/office/drawing/2014/main" id="{AC9419B0-F9B1-E2BE-02D9-0CF9DA29AF64}"/>
              </a:ext>
            </a:extLst>
          </p:cNvPr>
          <p:cNvPicPr>
            <a:picLocks noChangeAspect="1"/>
          </p:cNvPicPr>
          <p:nvPr/>
        </p:nvPicPr>
        <p:blipFill>
          <a:blip r:embed="rId2"/>
          <a:stretch>
            <a:fillRect/>
          </a:stretch>
        </p:blipFill>
        <p:spPr>
          <a:xfrm>
            <a:off x="7873157" y="1963258"/>
            <a:ext cx="3600385" cy="2273211"/>
          </a:xfrm>
          <a:prstGeom prst="rect">
            <a:avLst/>
          </a:prstGeom>
        </p:spPr>
      </p:pic>
      <p:grpSp>
        <p:nvGrpSpPr>
          <p:cNvPr id="22" name="グループ化 21">
            <a:extLst>
              <a:ext uri="{FF2B5EF4-FFF2-40B4-BE49-F238E27FC236}">
                <a16:creationId xmlns:a16="http://schemas.microsoft.com/office/drawing/2014/main" id="{E25AF0C8-0049-4E1F-5476-38A3415F4059}"/>
              </a:ext>
            </a:extLst>
          </p:cNvPr>
          <p:cNvGrpSpPr/>
          <p:nvPr/>
        </p:nvGrpSpPr>
        <p:grpSpPr>
          <a:xfrm>
            <a:off x="7925748" y="4305128"/>
            <a:ext cx="3600384" cy="2286823"/>
            <a:chOff x="7925748" y="4305128"/>
            <a:chExt cx="3600384" cy="2286823"/>
          </a:xfrm>
        </p:grpSpPr>
        <p:pic>
          <p:nvPicPr>
            <p:cNvPr id="12" name="図 11" descr="グラフ, 折れ線グラフ&#10;&#10;AI 生成コンテンツは誤りを含む可能性があります。">
              <a:extLst>
                <a:ext uri="{FF2B5EF4-FFF2-40B4-BE49-F238E27FC236}">
                  <a16:creationId xmlns:a16="http://schemas.microsoft.com/office/drawing/2014/main" id="{6748D174-6EA4-96E3-DA8B-7772DB2BCF8B}"/>
                </a:ext>
              </a:extLst>
            </p:cNvPr>
            <p:cNvPicPr>
              <a:picLocks noChangeAspect="1"/>
            </p:cNvPicPr>
            <p:nvPr/>
          </p:nvPicPr>
          <p:blipFill>
            <a:blip r:embed="rId3"/>
            <a:stretch>
              <a:fillRect/>
            </a:stretch>
          </p:blipFill>
          <p:spPr>
            <a:xfrm>
              <a:off x="7925748" y="4305128"/>
              <a:ext cx="3600384" cy="2286823"/>
            </a:xfrm>
            <a:prstGeom prst="rect">
              <a:avLst/>
            </a:prstGeom>
          </p:spPr>
        </p:pic>
        <p:cxnSp>
          <p:nvCxnSpPr>
            <p:cNvPr id="16" name="直線コネクタ 15">
              <a:extLst>
                <a:ext uri="{FF2B5EF4-FFF2-40B4-BE49-F238E27FC236}">
                  <a16:creationId xmlns:a16="http://schemas.microsoft.com/office/drawing/2014/main" id="{A014BC1D-8F92-2045-1F4D-8E079D6C5EDB}"/>
                </a:ext>
              </a:extLst>
            </p:cNvPr>
            <p:cNvCxnSpPr/>
            <p:nvPr/>
          </p:nvCxnSpPr>
          <p:spPr>
            <a:xfrm>
              <a:off x="9760226" y="4549685"/>
              <a:ext cx="586409"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7" name="直線コネクタ 16">
              <a:extLst>
                <a:ext uri="{FF2B5EF4-FFF2-40B4-BE49-F238E27FC236}">
                  <a16:creationId xmlns:a16="http://schemas.microsoft.com/office/drawing/2014/main" id="{B430D8E6-AEC8-8759-1AB1-A83F23C56D23}"/>
                </a:ext>
              </a:extLst>
            </p:cNvPr>
            <p:cNvCxnSpPr>
              <a:cxnSpLocks/>
            </p:cNvCxnSpPr>
            <p:nvPr/>
          </p:nvCxnSpPr>
          <p:spPr>
            <a:xfrm>
              <a:off x="8793820" y="6225945"/>
              <a:ext cx="1552815"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21" name="直線矢印コネクタ 20">
              <a:extLst>
                <a:ext uri="{FF2B5EF4-FFF2-40B4-BE49-F238E27FC236}">
                  <a16:creationId xmlns:a16="http://schemas.microsoft.com/office/drawing/2014/main" id="{8DB98F09-0D7D-525A-F6C7-251A226980E5}"/>
                </a:ext>
              </a:extLst>
            </p:cNvPr>
            <p:cNvCxnSpPr/>
            <p:nvPr/>
          </p:nvCxnSpPr>
          <p:spPr>
            <a:xfrm>
              <a:off x="10028583" y="4559624"/>
              <a:ext cx="0" cy="1666321"/>
            </a:xfrm>
            <a:prstGeom prst="straightConnector1">
              <a:avLst/>
            </a:prstGeom>
            <a:ln w="28575">
              <a:headEnd type="triangle"/>
              <a:tailEnd type="triangle"/>
            </a:ln>
          </p:spPr>
          <p:style>
            <a:lnRef idx="2">
              <a:schemeClr val="accent2"/>
            </a:lnRef>
            <a:fillRef idx="0">
              <a:schemeClr val="accent2"/>
            </a:fillRef>
            <a:effectRef idx="1">
              <a:schemeClr val="accent2"/>
            </a:effectRef>
            <a:fontRef idx="minor">
              <a:schemeClr val="tx1"/>
            </a:fontRef>
          </p:style>
        </p:cxnSp>
      </p:grpSp>
      <p:pic>
        <p:nvPicPr>
          <p:cNvPr id="24" name="図 23">
            <a:extLst>
              <a:ext uri="{FF2B5EF4-FFF2-40B4-BE49-F238E27FC236}">
                <a16:creationId xmlns:a16="http://schemas.microsoft.com/office/drawing/2014/main" id="{B0E8AAC9-6B2A-D5AE-F708-485B460958C4}"/>
              </a:ext>
            </a:extLst>
          </p:cNvPr>
          <p:cNvPicPr>
            <a:picLocks noChangeAspect="1"/>
          </p:cNvPicPr>
          <p:nvPr/>
        </p:nvPicPr>
        <p:blipFill>
          <a:blip r:embed="rId4"/>
          <a:stretch>
            <a:fillRect/>
          </a:stretch>
        </p:blipFill>
        <p:spPr>
          <a:xfrm>
            <a:off x="4007619" y="3483430"/>
            <a:ext cx="3851172" cy="482869"/>
          </a:xfrm>
          <a:prstGeom prst="rect">
            <a:avLst/>
          </a:prstGeom>
        </p:spPr>
      </p:pic>
      <p:pic>
        <p:nvPicPr>
          <p:cNvPr id="26" name="図 25" descr="テキスト, 手紙&#10;&#10;AI 生成コンテンツは誤りを含む可能性があります。">
            <a:extLst>
              <a:ext uri="{FF2B5EF4-FFF2-40B4-BE49-F238E27FC236}">
                <a16:creationId xmlns:a16="http://schemas.microsoft.com/office/drawing/2014/main" id="{353C8565-4C59-CD02-3B85-82C39DD813C9}"/>
              </a:ext>
            </a:extLst>
          </p:cNvPr>
          <p:cNvPicPr>
            <a:picLocks noChangeAspect="1"/>
          </p:cNvPicPr>
          <p:nvPr/>
        </p:nvPicPr>
        <p:blipFill>
          <a:blip r:embed="rId5"/>
          <a:stretch>
            <a:fillRect/>
          </a:stretch>
        </p:blipFill>
        <p:spPr>
          <a:xfrm>
            <a:off x="4266253" y="4305128"/>
            <a:ext cx="2886749" cy="803637"/>
          </a:xfrm>
          <a:prstGeom prst="rect">
            <a:avLst/>
          </a:prstGeom>
        </p:spPr>
      </p:pic>
      <p:pic>
        <p:nvPicPr>
          <p:cNvPr id="28" name="図 27" descr="テキスト&#10;&#10;AI 生成コンテンツは誤りを含む可能性があります。">
            <a:extLst>
              <a:ext uri="{FF2B5EF4-FFF2-40B4-BE49-F238E27FC236}">
                <a16:creationId xmlns:a16="http://schemas.microsoft.com/office/drawing/2014/main" id="{4045BC54-DDD1-0E18-C489-46370368A44E}"/>
              </a:ext>
            </a:extLst>
          </p:cNvPr>
          <p:cNvPicPr>
            <a:picLocks noChangeAspect="1"/>
          </p:cNvPicPr>
          <p:nvPr/>
        </p:nvPicPr>
        <p:blipFill>
          <a:blip r:embed="rId6"/>
          <a:stretch>
            <a:fillRect/>
          </a:stretch>
        </p:blipFill>
        <p:spPr>
          <a:xfrm>
            <a:off x="3559629" y="5458418"/>
            <a:ext cx="3979746" cy="756712"/>
          </a:xfrm>
          <a:prstGeom prst="rect">
            <a:avLst/>
          </a:prstGeom>
        </p:spPr>
      </p:pic>
      <p:pic>
        <p:nvPicPr>
          <p:cNvPr id="30" name="図 29">
            <a:extLst>
              <a:ext uri="{FF2B5EF4-FFF2-40B4-BE49-F238E27FC236}">
                <a16:creationId xmlns:a16="http://schemas.microsoft.com/office/drawing/2014/main" id="{A88E0D25-6580-6C17-EFBA-C8E015CC175D}"/>
              </a:ext>
            </a:extLst>
          </p:cNvPr>
          <p:cNvPicPr>
            <a:picLocks noChangeAspect="1"/>
          </p:cNvPicPr>
          <p:nvPr/>
        </p:nvPicPr>
        <p:blipFill>
          <a:blip r:embed="rId7"/>
          <a:stretch>
            <a:fillRect/>
          </a:stretch>
        </p:blipFill>
        <p:spPr>
          <a:xfrm>
            <a:off x="5017497" y="2937529"/>
            <a:ext cx="2157006" cy="437041"/>
          </a:xfrm>
          <a:prstGeom prst="rect">
            <a:avLst/>
          </a:prstGeom>
        </p:spPr>
      </p:pic>
    </p:spTree>
    <p:extLst>
      <p:ext uri="{BB962C8B-B14F-4D97-AF65-F5344CB8AC3E}">
        <p14:creationId xmlns:p14="http://schemas.microsoft.com/office/powerpoint/2010/main" val="334745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642605-FDC0-204C-7141-0482974C4F23}"/>
              </a:ext>
            </a:extLst>
          </p:cNvPr>
          <p:cNvSpPr>
            <a:spLocks noGrp="1"/>
          </p:cNvSpPr>
          <p:nvPr>
            <p:ph type="title"/>
          </p:nvPr>
        </p:nvSpPr>
        <p:spPr/>
        <p:txBody>
          <a:bodyPr/>
          <a:lstStyle/>
          <a:p>
            <a:r>
              <a:rPr lang="en-US" altLang="ja-JP" dirty="0"/>
              <a:t>R/S</a:t>
            </a:r>
            <a:r>
              <a:rPr lang="ja-JP" altLang="en-US" dirty="0"/>
              <a:t>解析（２）</a:t>
            </a:r>
            <a:endParaRPr kumimoji="1" lang="ja-JP" altLang="en-US" dirty="0"/>
          </a:p>
        </p:txBody>
      </p:sp>
      <p:sp>
        <p:nvSpPr>
          <p:cNvPr id="3" name="コンテンツ プレースホルダー 2">
            <a:extLst>
              <a:ext uri="{FF2B5EF4-FFF2-40B4-BE49-F238E27FC236}">
                <a16:creationId xmlns:a16="http://schemas.microsoft.com/office/drawing/2014/main" id="{C8B14E35-9957-3571-5D15-E50339E9F571}"/>
              </a:ext>
            </a:extLst>
          </p:cNvPr>
          <p:cNvSpPr>
            <a:spLocks noGrp="1"/>
          </p:cNvSpPr>
          <p:nvPr>
            <p:ph idx="1"/>
          </p:nvPr>
        </p:nvSpPr>
        <p:spPr/>
        <p:txBody>
          <a:bodyPr/>
          <a:lstStyle/>
          <a:p>
            <a:r>
              <a:rPr kumimoji="1" lang="ja-JP" altLang="en-US" dirty="0"/>
              <a:t>計算ステップ（続き）</a:t>
            </a:r>
            <a:endParaRPr kumimoji="1" lang="en-US" altLang="ja-JP" dirty="0"/>
          </a:p>
          <a:p>
            <a:pPr lvl="1"/>
            <a:r>
              <a:rPr kumimoji="1" lang="ja-JP" altLang="en-US" dirty="0"/>
              <a:t>ステップ５</a:t>
            </a:r>
            <a:endParaRPr kumimoji="1" lang="en-US" altLang="ja-JP" dirty="0"/>
          </a:p>
          <a:p>
            <a:pPr lvl="2"/>
            <a:r>
              <a:rPr lang="ja-JP" altLang="en-US" dirty="0"/>
              <a:t>標準偏差を計算</a:t>
            </a:r>
            <a:endParaRPr lang="en-US" altLang="ja-JP" dirty="0"/>
          </a:p>
          <a:p>
            <a:pPr lvl="2"/>
            <a:endParaRPr kumimoji="1" lang="en-US" altLang="ja-JP" dirty="0"/>
          </a:p>
          <a:p>
            <a:pPr lvl="1"/>
            <a:r>
              <a:rPr lang="ja-JP" altLang="en-US" dirty="0"/>
              <a:t>ステップ６</a:t>
            </a:r>
            <a:endParaRPr lang="en-US" altLang="ja-JP" dirty="0"/>
          </a:p>
          <a:p>
            <a:pPr lvl="2"/>
            <a:r>
              <a:rPr kumimoji="1" lang="en-US" altLang="ja-JP" dirty="0"/>
              <a:t>R</a:t>
            </a:r>
            <a:r>
              <a:rPr lang="en-US" altLang="ja-JP" dirty="0"/>
              <a:t>escaled Range R/S</a:t>
            </a:r>
            <a:r>
              <a:rPr lang="ja-JP" altLang="en-US" dirty="0"/>
              <a:t>を計算</a:t>
            </a:r>
            <a:endParaRPr lang="en-US" altLang="ja-JP" dirty="0"/>
          </a:p>
          <a:p>
            <a:pPr lvl="2"/>
            <a:endParaRPr kumimoji="1" lang="en-US" altLang="ja-JP" dirty="0"/>
          </a:p>
          <a:p>
            <a:pPr lvl="1"/>
            <a:r>
              <a:rPr lang="ja-JP" altLang="en-US" dirty="0"/>
              <a:t>ステップ７</a:t>
            </a:r>
            <a:endParaRPr lang="en-US" altLang="ja-JP" dirty="0"/>
          </a:p>
          <a:p>
            <a:pPr lvl="2"/>
            <a:r>
              <a:rPr kumimoji="1" lang="ja-JP" altLang="en-US" dirty="0"/>
              <a:t>全ブロックで</a:t>
            </a:r>
            <a:r>
              <a:rPr kumimoji="1" lang="en-US" altLang="ja-JP" dirty="0"/>
              <a:t>R/S</a:t>
            </a:r>
            <a:r>
              <a:rPr kumimoji="1" lang="ja-JP" altLang="en-US" dirty="0"/>
              <a:t>の平均をとる</a:t>
            </a:r>
            <a:endParaRPr kumimoji="1" lang="en-US" altLang="ja-JP" dirty="0"/>
          </a:p>
          <a:p>
            <a:pPr lvl="2"/>
            <a:endParaRPr lang="en-US" altLang="ja-JP" dirty="0"/>
          </a:p>
          <a:p>
            <a:pPr lvl="2"/>
            <a:endParaRPr lang="en-US" altLang="ja-JP" dirty="0"/>
          </a:p>
          <a:p>
            <a:pPr lvl="1"/>
            <a:r>
              <a:rPr kumimoji="1" lang="ja-JP" altLang="en-US" dirty="0"/>
              <a:t>スケールを変えてステップ１から７を繰り返す</a:t>
            </a:r>
            <a:endParaRPr kumimoji="1" lang="en-US" altLang="ja-JP" dirty="0"/>
          </a:p>
          <a:p>
            <a:pPr lvl="1"/>
            <a:r>
              <a:rPr lang="ja-JP" altLang="en-US" dirty="0"/>
              <a:t>スケーリング則を見る（</a:t>
            </a:r>
            <a:r>
              <a:rPr lang="en-US" altLang="ja-JP" dirty="0"/>
              <a:t>R/S</a:t>
            </a:r>
            <a:r>
              <a:rPr lang="ja-JP" altLang="en-US" dirty="0"/>
              <a:t>と</a:t>
            </a:r>
            <a:r>
              <a:rPr lang="en-US" altLang="ja-JP" dirty="0"/>
              <a:t>n</a:t>
            </a:r>
            <a:r>
              <a:rPr lang="ja-JP" altLang="en-US" dirty="0"/>
              <a:t>を</a:t>
            </a:r>
            <a:r>
              <a:rPr lang="en-US" altLang="ja-JP" dirty="0"/>
              <a:t>log-log</a:t>
            </a:r>
            <a:r>
              <a:rPr lang="ja-JP" altLang="en-US" dirty="0"/>
              <a:t>プロットして傾きを計算）</a:t>
            </a:r>
            <a:endParaRPr kumimoji="1" lang="ja-JP" altLang="en-US" dirty="0"/>
          </a:p>
        </p:txBody>
      </p:sp>
      <p:sp>
        <p:nvSpPr>
          <p:cNvPr id="4" name="スライド番号プレースホルダー 3">
            <a:extLst>
              <a:ext uri="{FF2B5EF4-FFF2-40B4-BE49-F238E27FC236}">
                <a16:creationId xmlns:a16="http://schemas.microsoft.com/office/drawing/2014/main" id="{DEF1426C-D90D-2AEF-3DA4-5515C2CEA9B9}"/>
              </a:ext>
            </a:extLst>
          </p:cNvPr>
          <p:cNvSpPr>
            <a:spLocks noGrp="1"/>
          </p:cNvSpPr>
          <p:nvPr>
            <p:ph type="sldNum" sz="quarter" idx="12"/>
          </p:nvPr>
        </p:nvSpPr>
        <p:spPr/>
        <p:txBody>
          <a:bodyPr/>
          <a:lstStyle/>
          <a:p>
            <a:fld id="{50D3C8B2-6F41-4419-91EE-BC3E1745F8DC}" type="slidenum">
              <a:rPr kumimoji="1" lang="ja-JP" altLang="en-US" smtClean="0"/>
              <a:t>9</a:t>
            </a:fld>
            <a:endParaRPr kumimoji="1" lang="ja-JP" altLang="en-US"/>
          </a:p>
        </p:txBody>
      </p:sp>
      <p:pic>
        <p:nvPicPr>
          <p:cNvPr id="8" name="図 7" descr="グラフ, 折れ線グラフ&#10;&#10;AI 生成コンテンツは誤りを含む可能性があります。">
            <a:extLst>
              <a:ext uri="{FF2B5EF4-FFF2-40B4-BE49-F238E27FC236}">
                <a16:creationId xmlns:a16="http://schemas.microsoft.com/office/drawing/2014/main" id="{9ADC08E0-AEA3-7029-F7C3-9DDD08F4C153}"/>
              </a:ext>
            </a:extLst>
          </p:cNvPr>
          <p:cNvPicPr>
            <a:picLocks noChangeAspect="1"/>
          </p:cNvPicPr>
          <p:nvPr/>
        </p:nvPicPr>
        <p:blipFill>
          <a:blip r:embed="rId2"/>
          <a:stretch>
            <a:fillRect/>
          </a:stretch>
        </p:blipFill>
        <p:spPr>
          <a:xfrm>
            <a:off x="7584806" y="1360372"/>
            <a:ext cx="4124902" cy="3015685"/>
          </a:xfrm>
          <a:prstGeom prst="rect">
            <a:avLst/>
          </a:prstGeom>
        </p:spPr>
      </p:pic>
      <p:pic>
        <p:nvPicPr>
          <p:cNvPr id="12" name="図 11" descr="テキスト&#10;&#10;AI 生成コンテンツは誤りを含む可能性があります。">
            <a:extLst>
              <a:ext uri="{FF2B5EF4-FFF2-40B4-BE49-F238E27FC236}">
                <a16:creationId xmlns:a16="http://schemas.microsoft.com/office/drawing/2014/main" id="{3BC1D7C3-845F-299B-E68D-F7BA0E088F79}"/>
              </a:ext>
            </a:extLst>
          </p:cNvPr>
          <p:cNvPicPr>
            <a:picLocks noChangeAspect="1"/>
          </p:cNvPicPr>
          <p:nvPr/>
        </p:nvPicPr>
        <p:blipFill>
          <a:blip r:embed="rId3"/>
          <a:stretch>
            <a:fillRect/>
          </a:stretch>
        </p:blipFill>
        <p:spPr>
          <a:xfrm>
            <a:off x="4500395" y="2476206"/>
            <a:ext cx="1954834" cy="815385"/>
          </a:xfrm>
          <a:prstGeom prst="rect">
            <a:avLst/>
          </a:prstGeom>
        </p:spPr>
      </p:pic>
      <p:pic>
        <p:nvPicPr>
          <p:cNvPr id="15" name="図 14" descr="テキスト が含まれている画像&#10;&#10;AI 生成コンテンツは誤りを含む可能性があります。">
            <a:extLst>
              <a:ext uri="{FF2B5EF4-FFF2-40B4-BE49-F238E27FC236}">
                <a16:creationId xmlns:a16="http://schemas.microsoft.com/office/drawing/2014/main" id="{8F9846D7-EDB2-6A79-9222-667C29BA8105}"/>
              </a:ext>
            </a:extLst>
          </p:cNvPr>
          <p:cNvPicPr>
            <a:picLocks noChangeAspect="1"/>
          </p:cNvPicPr>
          <p:nvPr/>
        </p:nvPicPr>
        <p:blipFill>
          <a:blip r:embed="rId4"/>
          <a:stretch>
            <a:fillRect/>
          </a:stretch>
        </p:blipFill>
        <p:spPr>
          <a:xfrm>
            <a:off x="3170475" y="1457657"/>
            <a:ext cx="4153667" cy="815385"/>
          </a:xfrm>
          <a:prstGeom prst="rect">
            <a:avLst/>
          </a:prstGeom>
        </p:spPr>
      </p:pic>
      <p:pic>
        <p:nvPicPr>
          <p:cNvPr id="17" name="図 16" descr="文字が書かれている&#10;&#10;AI 生成コンテンツは誤りを含む可能性があります。">
            <a:extLst>
              <a:ext uri="{FF2B5EF4-FFF2-40B4-BE49-F238E27FC236}">
                <a16:creationId xmlns:a16="http://schemas.microsoft.com/office/drawing/2014/main" id="{71D052EA-C644-7500-FBF8-21938A7B5FC0}"/>
              </a:ext>
            </a:extLst>
          </p:cNvPr>
          <p:cNvPicPr>
            <a:picLocks noChangeAspect="1"/>
          </p:cNvPicPr>
          <p:nvPr/>
        </p:nvPicPr>
        <p:blipFill>
          <a:blip r:embed="rId5"/>
          <a:stretch>
            <a:fillRect/>
          </a:stretch>
        </p:blipFill>
        <p:spPr>
          <a:xfrm>
            <a:off x="4637468" y="3414134"/>
            <a:ext cx="2947338" cy="905253"/>
          </a:xfrm>
          <a:prstGeom prst="rect">
            <a:avLst/>
          </a:prstGeom>
        </p:spPr>
      </p:pic>
      <p:pic>
        <p:nvPicPr>
          <p:cNvPr id="19" name="図 18" descr="テキスト&#10;&#10;AI 生成コンテンツは誤りを含む可能性があります。">
            <a:extLst>
              <a:ext uri="{FF2B5EF4-FFF2-40B4-BE49-F238E27FC236}">
                <a16:creationId xmlns:a16="http://schemas.microsoft.com/office/drawing/2014/main" id="{07D05746-A178-53AA-45ED-0900BEDF2450}"/>
              </a:ext>
            </a:extLst>
          </p:cNvPr>
          <p:cNvPicPr>
            <a:picLocks noChangeAspect="1"/>
          </p:cNvPicPr>
          <p:nvPr/>
        </p:nvPicPr>
        <p:blipFill>
          <a:blip r:embed="rId6"/>
          <a:stretch>
            <a:fillRect/>
          </a:stretch>
        </p:blipFill>
        <p:spPr>
          <a:xfrm>
            <a:off x="3591210" y="5147150"/>
            <a:ext cx="2092515" cy="955840"/>
          </a:xfrm>
          <a:prstGeom prst="rect">
            <a:avLst/>
          </a:prstGeom>
        </p:spPr>
      </p:pic>
      <p:pic>
        <p:nvPicPr>
          <p:cNvPr id="21" name="図 20">
            <a:extLst>
              <a:ext uri="{FF2B5EF4-FFF2-40B4-BE49-F238E27FC236}">
                <a16:creationId xmlns:a16="http://schemas.microsoft.com/office/drawing/2014/main" id="{BC070E08-3D52-5399-9070-6DDCE19B0095}"/>
              </a:ext>
            </a:extLst>
          </p:cNvPr>
          <p:cNvPicPr>
            <a:picLocks noChangeAspect="1"/>
          </p:cNvPicPr>
          <p:nvPr/>
        </p:nvPicPr>
        <p:blipFill>
          <a:blip r:embed="rId7"/>
          <a:stretch>
            <a:fillRect/>
          </a:stretch>
        </p:blipFill>
        <p:spPr>
          <a:xfrm>
            <a:off x="8354042" y="4604438"/>
            <a:ext cx="3378448" cy="482636"/>
          </a:xfrm>
          <a:prstGeom prst="rect">
            <a:avLst/>
          </a:prstGeom>
        </p:spPr>
      </p:pic>
    </p:spTree>
    <p:extLst>
      <p:ext uri="{BB962C8B-B14F-4D97-AF65-F5344CB8AC3E}">
        <p14:creationId xmlns:p14="http://schemas.microsoft.com/office/powerpoint/2010/main" val="3834742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CCE14C-8AAC-A167-E711-136E1F9536A8}"/>
              </a:ext>
            </a:extLst>
          </p:cNvPr>
          <p:cNvSpPr>
            <a:spLocks noGrp="1"/>
          </p:cNvSpPr>
          <p:nvPr>
            <p:ph type="title"/>
          </p:nvPr>
        </p:nvSpPr>
        <p:spPr/>
        <p:txBody>
          <a:bodyPr/>
          <a:lstStyle/>
          <a:p>
            <a:r>
              <a:rPr kumimoji="1" lang="en-US" altLang="ja-JP" dirty="0"/>
              <a:t>DFA</a:t>
            </a:r>
            <a:r>
              <a:rPr kumimoji="1" lang="ja-JP" altLang="en-US" dirty="0"/>
              <a:t>（</a:t>
            </a:r>
            <a:r>
              <a:rPr kumimoji="1" lang="en-US" altLang="ja-JP" dirty="0"/>
              <a:t>Detrended Fluctuation Analysis</a:t>
            </a:r>
            <a:r>
              <a:rPr kumimoji="1" lang="ja-JP" altLang="en-US" dirty="0"/>
              <a:t>）（１）</a:t>
            </a:r>
          </a:p>
        </p:txBody>
      </p:sp>
      <p:sp>
        <p:nvSpPr>
          <p:cNvPr id="3" name="コンテンツ プレースホルダー 2">
            <a:extLst>
              <a:ext uri="{FF2B5EF4-FFF2-40B4-BE49-F238E27FC236}">
                <a16:creationId xmlns:a16="http://schemas.microsoft.com/office/drawing/2014/main" id="{B3DEA6B1-62F1-93FA-10D1-BEF5F1873C90}"/>
              </a:ext>
            </a:extLst>
          </p:cNvPr>
          <p:cNvSpPr>
            <a:spLocks noGrp="1"/>
          </p:cNvSpPr>
          <p:nvPr>
            <p:ph idx="1"/>
          </p:nvPr>
        </p:nvSpPr>
        <p:spPr>
          <a:xfrm>
            <a:off x="237836" y="944398"/>
            <a:ext cx="11520054" cy="5338080"/>
          </a:xfrm>
        </p:spPr>
        <p:txBody>
          <a:bodyPr>
            <a:normAutofit/>
          </a:bodyPr>
          <a:lstStyle/>
          <a:p>
            <a:r>
              <a:rPr kumimoji="1" lang="en-US" altLang="ja-JP" dirty="0"/>
              <a:t>DFA</a:t>
            </a:r>
            <a:r>
              <a:rPr kumimoji="1" lang="ja-JP" altLang="en-US" dirty="0"/>
              <a:t>は何をしているか</a:t>
            </a:r>
            <a:endParaRPr kumimoji="1" lang="en-US" altLang="ja-JP" dirty="0"/>
          </a:p>
          <a:p>
            <a:pPr lvl="1"/>
            <a:r>
              <a:rPr kumimoji="1" lang="en-US" altLang="ja-JP" dirty="0"/>
              <a:t>R/S</a:t>
            </a:r>
            <a:r>
              <a:rPr kumimoji="1" lang="ja-JP" altLang="en-US" dirty="0"/>
              <a:t>解析の「トレンドに弱い」という欠点を補うために、各スケールごとにトレンドを明示的に除去してから揺らぎのスケーリングを見る手法</a:t>
            </a:r>
            <a:endParaRPr kumimoji="1" lang="en-US" altLang="ja-JP" dirty="0"/>
          </a:p>
          <a:p>
            <a:pPr lvl="1"/>
            <a:endParaRPr lang="en-US" altLang="ja-JP" dirty="0"/>
          </a:p>
          <a:p>
            <a:r>
              <a:rPr lang="ja-JP" altLang="en-US" dirty="0"/>
              <a:t>計算ステップ</a:t>
            </a:r>
            <a:endParaRPr lang="en-US" altLang="ja-JP" dirty="0"/>
          </a:p>
          <a:p>
            <a:pPr lvl="1"/>
            <a:r>
              <a:rPr lang="ja-JP" altLang="en-US" dirty="0"/>
              <a:t>ステップ１</a:t>
            </a:r>
            <a:endParaRPr lang="en-US" altLang="ja-JP" dirty="0"/>
          </a:p>
          <a:p>
            <a:pPr lvl="2"/>
            <a:r>
              <a:rPr lang="en-US" altLang="ja-JP" dirty="0"/>
              <a:t>R/S</a:t>
            </a:r>
            <a:r>
              <a:rPr lang="ja-JP" altLang="en-US" dirty="0"/>
              <a:t>の場合はブロックごとに平均を引いたが、</a:t>
            </a:r>
            <a:r>
              <a:rPr lang="en-US" altLang="ja-JP" dirty="0"/>
              <a:t>DFA</a:t>
            </a:r>
            <a:r>
              <a:rPr lang="ja-JP" altLang="en-US" dirty="0"/>
              <a:t>では全体で行う</a:t>
            </a:r>
            <a:endParaRPr lang="en-US" altLang="ja-JP" dirty="0"/>
          </a:p>
          <a:p>
            <a:pPr marL="914400" lvl="2" indent="0">
              <a:buNone/>
            </a:pPr>
            <a:endParaRPr lang="en-US" altLang="ja-JP" dirty="0"/>
          </a:p>
          <a:p>
            <a:pPr marL="914400" lvl="2" indent="0">
              <a:buNone/>
            </a:pPr>
            <a:endParaRPr lang="en-US" altLang="ja-JP" dirty="0"/>
          </a:p>
          <a:p>
            <a:pPr marL="914400" lvl="2" indent="0">
              <a:buNone/>
            </a:pPr>
            <a:endParaRPr lang="en-US" altLang="ja-JP" dirty="0"/>
          </a:p>
          <a:p>
            <a:pPr marL="914400" lvl="2" indent="0">
              <a:buNone/>
            </a:pPr>
            <a:endParaRPr lang="en-US" altLang="ja-JP" dirty="0"/>
          </a:p>
          <a:p>
            <a:pPr lvl="1"/>
            <a:r>
              <a:rPr lang="ja-JP" altLang="en-US" dirty="0"/>
              <a:t>ステップ２</a:t>
            </a:r>
            <a:endParaRPr lang="en-US" altLang="ja-JP" dirty="0"/>
          </a:p>
          <a:p>
            <a:pPr lvl="2"/>
            <a:r>
              <a:rPr lang="ja-JP" altLang="en-US" dirty="0"/>
              <a:t>累積和を作成</a:t>
            </a:r>
            <a:endParaRPr lang="en-US" altLang="ja-JP" dirty="0"/>
          </a:p>
          <a:p>
            <a:pPr lvl="1"/>
            <a:endParaRPr kumimoji="1" lang="ja-JP" altLang="en-US" dirty="0"/>
          </a:p>
        </p:txBody>
      </p:sp>
      <p:sp>
        <p:nvSpPr>
          <p:cNvPr id="4" name="スライド番号プレースホルダー 3">
            <a:extLst>
              <a:ext uri="{FF2B5EF4-FFF2-40B4-BE49-F238E27FC236}">
                <a16:creationId xmlns:a16="http://schemas.microsoft.com/office/drawing/2014/main" id="{33DCA824-256E-C451-F943-0B951C03F257}"/>
              </a:ext>
            </a:extLst>
          </p:cNvPr>
          <p:cNvSpPr>
            <a:spLocks noGrp="1"/>
          </p:cNvSpPr>
          <p:nvPr>
            <p:ph type="sldNum" sz="quarter" idx="12"/>
          </p:nvPr>
        </p:nvSpPr>
        <p:spPr/>
        <p:txBody>
          <a:bodyPr/>
          <a:lstStyle/>
          <a:p>
            <a:fld id="{50D3C8B2-6F41-4419-91EE-BC3E1745F8DC}" type="slidenum">
              <a:rPr kumimoji="1" lang="ja-JP" altLang="en-US" smtClean="0"/>
              <a:t>10</a:t>
            </a:fld>
            <a:endParaRPr kumimoji="1" lang="ja-JP" altLang="en-US"/>
          </a:p>
        </p:txBody>
      </p:sp>
      <p:pic>
        <p:nvPicPr>
          <p:cNvPr id="8" name="図 7" descr="テキスト&#10;&#10;AI 生成コンテンツは誤りを含む可能性があります。">
            <a:extLst>
              <a:ext uri="{FF2B5EF4-FFF2-40B4-BE49-F238E27FC236}">
                <a16:creationId xmlns:a16="http://schemas.microsoft.com/office/drawing/2014/main" id="{03899AAC-DF51-9DD5-890F-9D90F462006E}"/>
              </a:ext>
            </a:extLst>
          </p:cNvPr>
          <p:cNvPicPr>
            <a:picLocks noChangeAspect="1"/>
          </p:cNvPicPr>
          <p:nvPr/>
        </p:nvPicPr>
        <p:blipFill>
          <a:blip r:embed="rId2"/>
          <a:stretch>
            <a:fillRect/>
          </a:stretch>
        </p:blipFill>
        <p:spPr>
          <a:xfrm>
            <a:off x="2154797" y="3316332"/>
            <a:ext cx="3492529" cy="851536"/>
          </a:xfrm>
          <a:prstGeom prst="rect">
            <a:avLst/>
          </a:prstGeom>
        </p:spPr>
      </p:pic>
      <p:pic>
        <p:nvPicPr>
          <p:cNvPr id="10" name="図 9" descr="テキスト&#10;&#10;AI 生成コンテンツは誤りを含む可能性があります。">
            <a:extLst>
              <a:ext uri="{FF2B5EF4-FFF2-40B4-BE49-F238E27FC236}">
                <a16:creationId xmlns:a16="http://schemas.microsoft.com/office/drawing/2014/main" id="{1BD26680-E8A7-CD7C-2AFA-ED95A707A1F4}"/>
              </a:ext>
            </a:extLst>
          </p:cNvPr>
          <p:cNvPicPr>
            <a:picLocks noChangeAspect="1"/>
          </p:cNvPicPr>
          <p:nvPr/>
        </p:nvPicPr>
        <p:blipFill>
          <a:blip r:embed="rId3"/>
          <a:stretch>
            <a:fillRect/>
          </a:stretch>
        </p:blipFill>
        <p:spPr>
          <a:xfrm>
            <a:off x="2271690" y="5026015"/>
            <a:ext cx="3258741" cy="859945"/>
          </a:xfrm>
          <a:prstGeom prst="rect">
            <a:avLst/>
          </a:prstGeom>
        </p:spPr>
      </p:pic>
      <p:pic>
        <p:nvPicPr>
          <p:cNvPr id="12" name="図 11" descr="グラフ&#10;&#10;AI 生成コンテンツは誤りを含む可能性があります。">
            <a:extLst>
              <a:ext uri="{FF2B5EF4-FFF2-40B4-BE49-F238E27FC236}">
                <a16:creationId xmlns:a16="http://schemas.microsoft.com/office/drawing/2014/main" id="{7095363D-42EF-9F26-4A6A-D8403D6C0A83}"/>
              </a:ext>
            </a:extLst>
          </p:cNvPr>
          <p:cNvPicPr>
            <a:picLocks noChangeAspect="1"/>
          </p:cNvPicPr>
          <p:nvPr/>
        </p:nvPicPr>
        <p:blipFill>
          <a:blip r:embed="rId4"/>
          <a:stretch>
            <a:fillRect/>
          </a:stretch>
        </p:blipFill>
        <p:spPr>
          <a:xfrm>
            <a:off x="6582493" y="3161805"/>
            <a:ext cx="4813593" cy="3359581"/>
          </a:xfrm>
          <a:prstGeom prst="rect">
            <a:avLst/>
          </a:prstGeom>
        </p:spPr>
      </p:pic>
    </p:spTree>
    <p:extLst>
      <p:ext uri="{BB962C8B-B14F-4D97-AF65-F5344CB8AC3E}">
        <p14:creationId xmlns:p14="http://schemas.microsoft.com/office/powerpoint/2010/main" val="2032291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6AB3BB-143E-706F-E7ED-912C95C474E4}"/>
              </a:ext>
            </a:extLst>
          </p:cNvPr>
          <p:cNvSpPr>
            <a:spLocks noGrp="1"/>
          </p:cNvSpPr>
          <p:nvPr>
            <p:ph type="title"/>
          </p:nvPr>
        </p:nvSpPr>
        <p:spPr/>
        <p:txBody>
          <a:bodyPr/>
          <a:lstStyle/>
          <a:p>
            <a:r>
              <a:rPr lang="en-US" altLang="ja-JP" dirty="0"/>
              <a:t>DFA</a:t>
            </a:r>
            <a:r>
              <a:rPr lang="ja-JP" altLang="en-US" dirty="0"/>
              <a:t>（</a:t>
            </a:r>
            <a:r>
              <a:rPr lang="en-US" altLang="ja-JP" dirty="0"/>
              <a:t>Detrended Fluctuation Analysis</a:t>
            </a:r>
            <a:r>
              <a:rPr lang="ja-JP" altLang="en-US" dirty="0"/>
              <a:t>）（２）</a:t>
            </a:r>
            <a:endParaRPr kumimoji="1" lang="ja-JP" altLang="en-US" dirty="0"/>
          </a:p>
        </p:txBody>
      </p:sp>
      <p:sp>
        <p:nvSpPr>
          <p:cNvPr id="3" name="コンテンツ プレースホルダー 2">
            <a:extLst>
              <a:ext uri="{FF2B5EF4-FFF2-40B4-BE49-F238E27FC236}">
                <a16:creationId xmlns:a16="http://schemas.microsoft.com/office/drawing/2014/main" id="{3E830AD8-727F-ECEB-876D-BC6DE60E6D66}"/>
              </a:ext>
            </a:extLst>
          </p:cNvPr>
          <p:cNvSpPr>
            <a:spLocks noGrp="1"/>
          </p:cNvSpPr>
          <p:nvPr>
            <p:ph idx="1"/>
          </p:nvPr>
        </p:nvSpPr>
        <p:spPr/>
        <p:txBody>
          <a:bodyPr/>
          <a:lstStyle/>
          <a:p>
            <a:r>
              <a:rPr lang="ja-JP" altLang="en-US" dirty="0"/>
              <a:t>計算ステップ（続き）</a:t>
            </a:r>
            <a:endParaRPr lang="en-US" altLang="ja-JP" dirty="0"/>
          </a:p>
          <a:p>
            <a:pPr lvl="1"/>
            <a:r>
              <a:rPr lang="ja-JP" altLang="en-US" dirty="0"/>
              <a:t>ステップ３</a:t>
            </a:r>
            <a:endParaRPr lang="en-US" altLang="ja-JP" dirty="0"/>
          </a:p>
          <a:p>
            <a:pPr lvl="2"/>
            <a:r>
              <a:rPr lang="ja-JP" altLang="en-US" dirty="0"/>
              <a:t>スケール（窓長）</a:t>
            </a:r>
            <a:r>
              <a:rPr lang="en-US" altLang="ja-JP" dirty="0"/>
              <a:t>s </a:t>
            </a:r>
            <a:r>
              <a:rPr lang="ja-JP" altLang="en-US" dirty="0"/>
              <a:t>を選ぶ</a:t>
            </a:r>
            <a:endParaRPr lang="en-US" altLang="ja-JP" dirty="0"/>
          </a:p>
          <a:p>
            <a:pPr lvl="2"/>
            <a:endParaRPr lang="en-US" altLang="ja-JP" dirty="0"/>
          </a:p>
          <a:p>
            <a:pPr lvl="1"/>
            <a:r>
              <a:rPr lang="ja-JP" altLang="en-US" dirty="0"/>
              <a:t>ステップ４</a:t>
            </a:r>
            <a:endParaRPr lang="en-US" altLang="ja-JP" dirty="0"/>
          </a:p>
          <a:p>
            <a:pPr lvl="2"/>
            <a:r>
              <a:rPr lang="ja-JP" altLang="en-US" dirty="0"/>
              <a:t>長さ</a:t>
            </a:r>
            <a:r>
              <a:rPr lang="en-US" altLang="ja-JP" dirty="0"/>
              <a:t>s</a:t>
            </a:r>
            <a:r>
              <a:rPr lang="ja-JP" altLang="en-US" dirty="0"/>
              <a:t>の区間に分割</a:t>
            </a:r>
            <a:endParaRPr lang="en-US" altLang="ja-JP" dirty="0"/>
          </a:p>
          <a:p>
            <a:pPr lvl="2"/>
            <a:endParaRPr lang="en-US" altLang="ja-JP" dirty="0"/>
          </a:p>
          <a:p>
            <a:pPr lvl="2"/>
            <a:endParaRPr lang="en-US" altLang="ja-JP" dirty="0"/>
          </a:p>
          <a:p>
            <a:pPr lvl="1"/>
            <a:r>
              <a:rPr lang="ja-JP" altLang="en-US" dirty="0"/>
              <a:t>ステップ５</a:t>
            </a:r>
            <a:endParaRPr lang="en-US" altLang="ja-JP" dirty="0"/>
          </a:p>
          <a:p>
            <a:pPr lvl="2"/>
            <a:r>
              <a:rPr lang="ja-JP" altLang="en-US" dirty="0"/>
              <a:t>各区間でトレンドをフィット（デトレンド）</a:t>
            </a:r>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5DE60D6A-843A-1320-38F2-1F18AC2DB469}"/>
              </a:ext>
            </a:extLst>
          </p:cNvPr>
          <p:cNvSpPr>
            <a:spLocks noGrp="1"/>
          </p:cNvSpPr>
          <p:nvPr>
            <p:ph type="sldNum" sz="quarter" idx="12"/>
          </p:nvPr>
        </p:nvSpPr>
        <p:spPr/>
        <p:txBody>
          <a:bodyPr/>
          <a:lstStyle/>
          <a:p>
            <a:fld id="{50D3C8B2-6F41-4419-91EE-BC3E1745F8DC}" type="slidenum">
              <a:rPr kumimoji="1" lang="ja-JP" altLang="en-US" smtClean="0"/>
              <a:t>11</a:t>
            </a:fld>
            <a:endParaRPr kumimoji="1" lang="ja-JP" altLang="en-US"/>
          </a:p>
        </p:txBody>
      </p:sp>
      <p:pic>
        <p:nvPicPr>
          <p:cNvPr id="8" name="図 7">
            <a:extLst>
              <a:ext uri="{FF2B5EF4-FFF2-40B4-BE49-F238E27FC236}">
                <a16:creationId xmlns:a16="http://schemas.microsoft.com/office/drawing/2014/main" id="{1F50C33D-AB40-1648-459A-30FB3C1068FE}"/>
              </a:ext>
            </a:extLst>
          </p:cNvPr>
          <p:cNvPicPr>
            <a:picLocks noChangeAspect="1"/>
          </p:cNvPicPr>
          <p:nvPr/>
        </p:nvPicPr>
        <p:blipFill>
          <a:blip r:embed="rId2"/>
          <a:stretch>
            <a:fillRect/>
          </a:stretch>
        </p:blipFill>
        <p:spPr>
          <a:xfrm>
            <a:off x="4551376" y="1566837"/>
            <a:ext cx="2115023" cy="512335"/>
          </a:xfrm>
          <a:prstGeom prst="rect">
            <a:avLst/>
          </a:prstGeom>
        </p:spPr>
      </p:pic>
      <p:sp>
        <p:nvSpPr>
          <p:cNvPr id="9" name="テキスト ボックス 8">
            <a:extLst>
              <a:ext uri="{FF2B5EF4-FFF2-40B4-BE49-F238E27FC236}">
                <a16:creationId xmlns:a16="http://schemas.microsoft.com/office/drawing/2014/main" id="{A3FBE09B-E94E-8217-991E-D5F5EEB3583A}"/>
              </a:ext>
            </a:extLst>
          </p:cNvPr>
          <p:cNvSpPr txBox="1"/>
          <p:nvPr/>
        </p:nvSpPr>
        <p:spPr>
          <a:xfrm>
            <a:off x="7204032" y="1662760"/>
            <a:ext cx="3309258" cy="369332"/>
          </a:xfrm>
          <a:prstGeom prst="rect">
            <a:avLst/>
          </a:prstGeom>
          <a:noFill/>
        </p:spPr>
        <p:txBody>
          <a:bodyPr wrap="square" rtlCol="0">
            <a:spAutoFit/>
          </a:bodyPr>
          <a:lstStyle/>
          <a:p>
            <a:r>
              <a:rPr kumimoji="1" lang="ja-JP" altLang="en-US" dirty="0"/>
              <a:t>例：</a:t>
            </a:r>
            <a:r>
              <a:rPr kumimoji="1" lang="en-US" altLang="ja-JP" dirty="0"/>
              <a:t>10, 20, 50, 100, …</a:t>
            </a:r>
            <a:endParaRPr kumimoji="1" lang="ja-JP" altLang="en-US" dirty="0"/>
          </a:p>
        </p:txBody>
      </p:sp>
      <p:pic>
        <p:nvPicPr>
          <p:cNvPr id="11" name="図 10" descr="グラフィカル ユーザー インターフェイス, Word&#10;&#10;AI 生成コンテンツは誤りを含む可能性があります。">
            <a:extLst>
              <a:ext uri="{FF2B5EF4-FFF2-40B4-BE49-F238E27FC236}">
                <a16:creationId xmlns:a16="http://schemas.microsoft.com/office/drawing/2014/main" id="{57B15DDE-6B50-AD69-B9E8-5357A480DF00}"/>
              </a:ext>
            </a:extLst>
          </p:cNvPr>
          <p:cNvPicPr>
            <a:picLocks noChangeAspect="1"/>
          </p:cNvPicPr>
          <p:nvPr/>
        </p:nvPicPr>
        <p:blipFill>
          <a:blip r:embed="rId3"/>
          <a:stretch>
            <a:fillRect/>
          </a:stretch>
        </p:blipFill>
        <p:spPr>
          <a:xfrm>
            <a:off x="4699669" y="2565354"/>
            <a:ext cx="1298193" cy="853441"/>
          </a:xfrm>
          <a:prstGeom prst="rect">
            <a:avLst/>
          </a:prstGeom>
        </p:spPr>
      </p:pic>
      <p:pic>
        <p:nvPicPr>
          <p:cNvPr id="13" name="図 12">
            <a:extLst>
              <a:ext uri="{FF2B5EF4-FFF2-40B4-BE49-F238E27FC236}">
                <a16:creationId xmlns:a16="http://schemas.microsoft.com/office/drawing/2014/main" id="{678119E4-E503-4B93-53EC-274DFF132F6E}"/>
              </a:ext>
            </a:extLst>
          </p:cNvPr>
          <p:cNvPicPr>
            <a:picLocks noChangeAspect="1"/>
          </p:cNvPicPr>
          <p:nvPr/>
        </p:nvPicPr>
        <p:blipFill>
          <a:blip r:embed="rId4"/>
          <a:stretch>
            <a:fillRect/>
          </a:stretch>
        </p:blipFill>
        <p:spPr>
          <a:xfrm>
            <a:off x="4492701" y="4411549"/>
            <a:ext cx="2233667" cy="650308"/>
          </a:xfrm>
          <a:prstGeom prst="rect">
            <a:avLst/>
          </a:prstGeom>
        </p:spPr>
      </p:pic>
      <p:pic>
        <p:nvPicPr>
          <p:cNvPr id="15" name="図 14" descr="時計 が含まれている画像&#10;&#10;AI 生成コンテンツは誤りを含む可能性があります。">
            <a:extLst>
              <a:ext uri="{FF2B5EF4-FFF2-40B4-BE49-F238E27FC236}">
                <a16:creationId xmlns:a16="http://schemas.microsoft.com/office/drawing/2014/main" id="{207FD787-7890-2CF3-470F-9CDC92905A7A}"/>
              </a:ext>
            </a:extLst>
          </p:cNvPr>
          <p:cNvPicPr>
            <a:picLocks noChangeAspect="1"/>
          </p:cNvPicPr>
          <p:nvPr/>
        </p:nvPicPr>
        <p:blipFill>
          <a:blip r:embed="rId5"/>
          <a:stretch>
            <a:fillRect/>
          </a:stretch>
        </p:blipFill>
        <p:spPr>
          <a:xfrm>
            <a:off x="4551376" y="5350260"/>
            <a:ext cx="2350096" cy="951229"/>
          </a:xfrm>
          <a:prstGeom prst="rect">
            <a:avLst/>
          </a:prstGeom>
        </p:spPr>
      </p:pic>
      <p:sp>
        <p:nvSpPr>
          <p:cNvPr id="16" name="テキスト ボックス 15">
            <a:extLst>
              <a:ext uri="{FF2B5EF4-FFF2-40B4-BE49-F238E27FC236}">
                <a16:creationId xmlns:a16="http://schemas.microsoft.com/office/drawing/2014/main" id="{A44D0C5B-5FE0-9B5E-3CD7-5649691781A7}"/>
              </a:ext>
            </a:extLst>
          </p:cNvPr>
          <p:cNvSpPr txBox="1"/>
          <p:nvPr/>
        </p:nvSpPr>
        <p:spPr>
          <a:xfrm>
            <a:off x="2283689" y="4552037"/>
            <a:ext cx="1852883" cy="369332"/>
          </a:xfrm>
          <a:prstGeom prst="rect">
            <a:avLst/>
          </a:prstGeom>
          <a:noFill/>
        </p:spPr>
        <p:txBody>
          <a:bodyPr wrap="square" rtlCol="0">
            <a:spAutoFit/>
          </a:bodyPr>
          <a:lstStyle/>
          <a:p>
            <a:r>
              <a:rPr lang="ja-JP" altLang="en-US" dirty="0"/>
              <a:t>１次の場合</a:t>
            </a:r>
            <a:endParaRPr kumimoji="1" lang="ja-JP" altLang="en-US" dirty="0"/>
          </a:p>
        </p:txBody>
      </p:sp>
      <p:sp>
        <p:nvSpPr>
          <p:cNvPr id="17" name="テキスト ボックス 16">
            <a:extLst>
              <a:ext uri="{FF2B5EF4-FFF2-40B4-BE49-F238E27FC236}">
                <a16:creationId xmlns:a16="http://schemas.microsoft.com/office/drawing/2014/main" id="{26CA5998-0852-5BA4-99DD-262D0D9E9C1B}"/>
              </a:ext>
            </a:extLst>
          </p:cNvPr>
          <p:cNvSpPr txBox="1"/>
          <p:nvPr/>
        </p:nvSpPr>
        <p:spPr>
          <a:xfrm>
            <a:off x="2283689" y="5641208"/>
            <a:ext cx="1852883" cy="369332"/>
          </a:xfrm>
          <a:prstGeom prst="rect">
            <a:avLst/>
          </a:prstGeom>
          <a:noFill/>
        </p:spPr>
        <p:txBody>
          <a:bodyPr wrap="square" rtlCol="0">
            <a:spAutoFit/>
          </a:bodyPr>
          <a:lstStyle/>
          <a:p>
            <a:r>
              <a:rPr lang="en-US" altLang="ja-JP" dirty="0"/>
              <a:t>m</a:t>
            </a:r>
            <a:r>
              <a:rPr lang="ja-JP" altLang="en-US" dirty="0"/>
              <a:t>次の場合</a:t>
            </a:r>
            <a:endParaRPr kumimoji="1" lang="ja-JP" altLang="en-US" dirty="0"/>
          </a:p>
        </p:txBody>
      </p:sp>
      <p:sp>
        <p:nvSpPr>
          <p:cNvPr id="18" name="テキスト ボックス 17">
            <a:extLst>
              <a:ext uri="{FF2B5EF4-FFF2-40B4-BE49-F238E27FC236}">
                <a16:creationId xmlns:a16="http://schemas.microsoft.com/office/drawing/2014/main" id="{391EDB02-5AE7-896C-1C6C-B5EE96D87D15}"/>
              </a:ext>
            </a:extLst>
          </p:cNvPr>
          <p:cNvSpPr txBox="1"/>
          <p:nvPr/>
        </p:nvSpPr>
        <p:spPr>
          <a:xfrm>
            <a:off x="7204032" y="5621062"/>
            <a:ext cx="1852883" cy="369332"/>
          </a:xfrm>
          <a:prstGeom prst="rect">
            <a:avLst/>
          </a:prstGeom>
          <a:noFill/>
        </p:spPr>
        <p:txBody>
          <a:bodyPr wrap="square" rtlCol="0">
            <a:spAutoFit/>
          </a:bodyPr>
          <a:lstStyle/>
          <a:p>
            <a:r>
              <a:rPr lang="ja-JP" altLang="en-US" dirty="0"/>
              <a:t>（</a:t>
            </a:r>
            <a:r>
              <a:rPr lang="en-US" altLang="ja-JP" dirty="0"/>
              <a:t>m</a:t>
            </a:r>
            <a:r>
              <a:rPr lang="ja-JP" altLang="en-US" dirty="0"/>
              <a:t>次多項式）</a:t>
            </a:r>
            <a:endParaRPr kumimoji="1" lang="ja-JP" altLang="en-US" dirty="0"/>
          </a:p>
        </p:txBody>
      </p:sp>
      <p:pic>
        <p:nvPicPr>
          <p:cNvPr id="22" name="図 21" descr="グラフ, 折れ線グラフ&#10;&#10;AI 生成コンテンツは誤りを含む可能性があります。">
            <a:extLst>
              <a:ext uri="{FF2B5EF4-FFF2-40B4-BE49-F238E27FC236}">
                <a16:creationId xmlns:a16="http://schemas.microsoft.com/office/drawing/2014/main" id="{6CFF788D-99DC-B85C-E7BB-4FC6C87C2A31}"/>
              </a:ext>
            </a:extLst>
          </p:cNvPr>
          <p:cNvPicPr>
            <a:picLocks noChangeAspect="1"/>
          </p:cNvPicPr>
          <p:nvPr/>
        </p:nvPicPr>
        <p:blipFill>
          <a:blip r:embed="rId6"/>
          <a:stretch>
            <a:fillRect/>
          </a:stretch>
        </p:blipFill>
        <p:spPr>
          <a:xfrm>
            <a:off x="7069512" y="2286646"/>
            <a:ext cx="4345233" cy="3079862"/>
          </a:xfrm>
          <a:prstGeom prst="rect">
            <a:avLst/>
          </a:prstGeom>
        </p:spPr>
      </p:pic>
    </p:spTree>
    <p:extLst>
      <p:ext uri="{BB962C8B-B14F-4D97-AF65-F5344CB8AC3E}">
        <p14:creationId xmlns:p14="http://schemas.microsoft.com/office/powerpoint/2010/main" val="2645355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FD5C15-A57E-D0B4-B2FC-597548356A14}"/>
              </a:ext>
            </a:extLst>
          </p:cNvPr>
          <p:cNvSpPr>
            <a:spLocks noGrp="1"/>
          </p:cNvSpPr>
          <p:nvPr>
            <p:ph type="title"/>
          </p:nvPr>
        </p:nvSpPr>
        <p:spPr/>
        <p:txBody>
          <a:bodyPr/>
          <a:lstStyle/>
          <a:p>
            <a:r>
              <a:rPr lang="en-US" altLang="ja-JP" dirty="0"/>
              <a:t>DFA</a:t>
            </a:r>
            <a:r>
              <a:rPr lang="ja-JP" altLang="en-US" dirty="0"/>
              <a:t>（</a:t>
            </a:r>
            <a:r>
              <a:rPr lang="en-US" altLang="ja-JP" dirty="0"/>
              <a:t>Detrended Fluctuation Analysis</a:t>
            </a:r>
            <a:r>
              <a:rPr lang="ja-JP" altLang="en-US" dirty="0"/>
              <a:t>）（３）</a:t>
            </a:r>
            <a:endParaRPr kumimoji="1" lang="ja-JP" altLang="en-US" dirty="0"/>
          </a:p>
        </p:txBody>
      </p:sp>
      <p:sp>
        <p:nvSpPr>
          <p:cNvPr id="3" name="コンテンツ プレースホルダー 2">
            <a:extLst>
              <a:ext uri="{FF2B5EF4-FFF2-40B4-BE49-F238E27FC236}">
                <a16:creationId xmlns:a16="http://schemas.microsoft.com/office/drawing/2014/main" id="{AB295FF6-595E-0ACA-71B9-F717979D5428}"/>
              </a:ext>
            </a:extLst>
          </p:cNvPr>
          <p:cNvSpPr>
            <a:spLocks noGrp="1"/>
          </p:cNvSpPr>
          <p:nvPr>
            <p:ph idx="1"/>
          </p:nvPr>
        </p:nvSpPr>
        <p:spPr/>
        <p:txBody>
          <a:bodyPr/>
          <a:lstStyle/>
          <a:p>
            <a:r>
              <a:rPr lang="ja-JP" altLang="en-US" dirty="0"/>
              <a:t>計算ステップ（続き）</a:t>
            </a:r>
            <a:endParaRPr lang="en-US" altLang="ja-JP" dirty="0"/>
          </a:p>
          <a:p>
            <a:pPr lvl="1"/>
            <a:r>
              <a:rPr lang="ja-JP" altLang="en-US" dirty="0"/>
              <a:t>ステップ６</a:t>
            </a:r>
            <a:endParaRPr lang="en-US" altLang="ja-JP" dirty="0"/>
          </a:p>
          <a:p>
            <a:pPr lvl="2"/>
            <a:r>
              <a:rPr lang="ja-JP" altLang="en-US" dirty="0"/>
              <a:t>トレンドを差し引いた残差を計算</a:t>
            </a:r>
            <a:endParaRPr lang="en-US" altLang="ja-JP" dirty="0"/>
          </a:p>
          <a:p>
            <a:pPr lvl="2"/>
            <a:endParaRPr lang="en-US" altLang="ja-JP" dirty="0"/>
          </a:p>
          <a:p>
            <a:pPr lvl="2"/>
            <a:endParaRPr lang="en-US" altLang="ja-JP" dirty="0"/>
          </a:p>
          <a:p>
            <a:pPr lvl="2"/>
            <a:endParaRPr lang="en-US" altLang="ja-JP" dirty="0"/>
          </a:p>
          <a:p>
            <a:pPr lvl="1"/>
            <a:r>
              <a:rPr lang="ja-JP" altLang="en-US" dirty="0"/>
              <a:t>ステップ７</a:t>
            </a:r>
            <a:endParaRPr lang="en-US" altLang="ja-JP" dirty="0"/>
          </a:p>
          <a:p>
            <a:pPr lvl="2"/>
            <a:r>
              <a:rPr lang="ja-JP" altLang="en-US" dirty="0"/>
              <a:t>区間ごとの揺らぎ（平均二乗誤差）を計算</a:t>
            </a:r>
            <a:endParaRPr lang="en-US" altLang="ja-JP" dirty="0"/>
          </a:p>
          <a:p>
            <a:pPr lvl="2"/>
            <a:endParaRPr lang="en-US" altLang="ja-JP" dirty="0"/>
          </a:p>
          <a:p>
            <a:pPr lvl="2"/>
            <a:endParaRPr lang="en-US" altLang="ja-JP" dirty="0"/>
          </a:p>
          <a:p>
            <a:pPr marL="914400" lvl="2" indent="0">
              <a:buNone/>
            </a:pPr>
            <a:endParaRPr lang="en-US" altLang="ja-JP" dirty="0"/>
          </a:p>
          <a:p>
            <a:pPr lvl="1"/>
            <a:r>
              <a:rPr lang="ja-JP" altLang="en-US" dirty="0"/>
              <a:t>ステップ８</a:t>
            </a:r>
            <a:endParaRPr lang="en-US" altLang="ja-JP" dirty="0"/>
          </a:p>
          <a:p>
            <a:pPr lvl="2"/>
            <a:r>
              <a:rPr lang="ja-JP" altLang="en-US" dirty="0"/>
              <a:t>全期間で平均して、スケール</a:t>
            </a:r>
            <a:r>
              <a:rPr lang="en-US" altLang="ja-JP" dirty="0"/>
              <a:t>s</a:t>
            </a:r>
            <a:r>
              <a:rPr lang="ja-JP" altLang="en-US" dirty="0"/>
              <a:t>の揺らぎ</a:t>
            </a:r>
            <a:r>
              <a:rPr lang="en-US" altLang="ja-JP" dirty="0"/>
              <a:t>F(s)</a:t>
            </a:r>
            <a:r>
              <a:rPr lang="ja-JP" altLang="en-US" dirty="0"/>
              <a:t>を計算</a:t>
            </a:r>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D6DB0F5B-883A-C2A9-6E16-56EBA2324C5F}"/>
              </a:ext>
            </a:extLst>
          </p:cNvPr>
          <p:cNvSpPr>
            <a:spLocks noGrp="1"/>
          </p:cNvSpPr>
          <p:nvPr>
            <p:ph type="sldNum" sz="quarter" idx="12"/>
          </p:nvPr>
        </p:nvSpPr>
        <p:spPr/>
        <p:txBody>
          <a:bodyPr/>
          <a:lstStyle/>
          <a:p>
            <a:fld id="{50D3C8B2-6F41-4419-91EE-BC3E1745F8DC}" type="slidenum">
              <a:rPr kumimoji="1" lang="ja-JP" altLang="en-US" smtClean="0"/>
              <a:t>12</a:t>
            </a:fld>
            <a:endParaRPr kumimoji="1" lang="ja-JP" altLang="en-US" dirty="0"/>
          </a:p>
        </p:txBody>
      </p:sp>
      <p:pic>
        <p:nvPicPr>
          <p:cNvPr id="6" name="図 5">
            <a:extLst>
              <a:ext uri="{FF2B5EF4-FFF2-40B4-BE49-F238E27FC236}">
                <a16:creationId xmlns:a16="http://schemas.microsoft.com/office/drawing/2014/main" id="{E453CED0-E3FB-B5E3-7AC3-02A1D212A831}"/>
              </a:ext>
            </a:extLst>
          </p:cNvPr>
          <p:cNvPicPr>
            <a:picLocks noChangeAspect="1"/>
          </p:cNvPicPr>
          <p:nvPr/>
        </p:nvPicPr>
        <p:blipFill>
          <a:blip r:embed="rId2"/>
          <a:stretch>
            <a:fillRect/>
          </a:stretch>
        </p:blipFill>
        <p:spPr>
          <a:xfrm>
            <a:off x="3445870" y="2111796"/>
            <a:ext cx="2826276" cy="649097"/>
          </a:xfrm>
          <a:prstGeom prst="rect">
            <a:avLst/>
          </a:prstGeom>
        </p:spPr>
      </p:pic>
      <p:pic>
        <p:nvPicPr>
          <p:cNvPr id="10" name="図 9" descr="グラフ が含まれている画像&#10;&#10;AI 生成コンテンツは誤りを含む可能性があります。">
            <a:extLst>
              <a:ext uri="{FF2B5EF4-FFF2-40B4-BE49-F238E27FC236}">
                <a16:creationId xmlns:a16="http://schemas.microsoft.com/office/drawing/2014/main" id="{9D1CEB42-E94D-2589-53BD-FF7DFB82BD9F}"/>
              </a:ext>
            </a:extLst>
          </p:cNvPr>
          <p:cNvPicPr>
            <a:picLocks noChangeAspect="1"/>
          </p:cNvPicPr>
          <p:nvPr/>
        </p:nvPicPr>
        <p:blipFill>
          <a:blip r:embed="rId3"/>
          <a:stretch>
            <a:fillRect/>
          </a:stretch>
        </p:blipFill>
        <p:spPr>
          <a:xfrm>
            <a:off x="3641812" y="3599717"/>
            <a:ext cx="2917132" cy="994782"/>
          </a:xfrm>
          <a:prstGeom prst="rect">
            <a:avLst/>
          </a:prstGeom>
        </p:spPr>
      </p:pic>
      <p:pic>
        <p:nvPicPr>
          <p:cNvPr id="12" name="図 11" descr="グラフ, 折れ線グラフ&#10;&#10;AI 生成コンテンツは誤りを含む可能性があります。">
            <a:extLst>
              <a:ext uri="{FF2B5EF4-FFF2-40B4-BE49-F238E27FC236}">
                <a16:creationId xmlns:a16="http://schemas.microsoft.com/office/drawing/2014/main" id="{22DC4676-ABF7-6B35-C8FB-CB249B1AC12A}"/>
              </a:ext>
            </a:extLst>
          </p:cNvPr>
          <p:cNvPicPr>
            <a:picLocks noChangeAspect="1"/>
          </p:cNvPicPr>
          <p:nvPr/>
        </p:nvPicPr>
        <p:blipFill>
          <a:blip r:embed="rId4"/>
          <a:stretch>
            <a:fillRect/>
          </a:stretch>
        </p:blipFill>
        <p:spPr>
          <a:xfrm>
            <a:off x="7173685" y="577273"/>
            <a:ext cx="4350978" cy="3107841"/>
          </a:xfrm>
          <a:prstGeom prst="rect">
            <a:avLst/>
          </a:prstGeom>
        </p:spPr>
      </p:pic>
      <p:pic>
        <p:nvPicPr>
          <p:cNvPr id="14" name="図 13" descr="グラフィカル ユーザー インターフェイス&#10;&#10;AI 生成コンテンツは誤りを含む可能性があります。">
            <a:extLst>
              <a:ext uri="{FF2B5EF4-FFF2-40B4-BE49-F238E27FC236}">
                <a16:creationId xmlns:a16="http://schemas.microsoft.com/office/drawing/2014/main" id="{A420F885-CCA9-2C9A-F537-23C49F3FE75F}"/>
              </a:ext>
            </a:extLst>
          </p:cNvPr>
          <p:cNvPicPr>
            <a:picLocks noChangeAspect="1"/>
          </p:cNvPicPr>
          <p:nvPr/>
        </p:nvPicPr>
        <p:blipFill>
          <a:blip r:embed="rId5"/>
          <a:stretch>
            <a:fillRect/>
          </a:stretch>
        </p:blipFill>
        <p:spPr>
          <a:xfrm>
            <a:off x="3656677" y="5279955"/>
            <a:ext cx="2982527" cy="1135051"/>
          </a:xfrm>
          <a:prstGeom prst="rect">
            <a:avLst/>
          </a:prstGeom>
        </p:spPr>
      </p:pic>
    </p:spTree>
    <p:extLst>
      <p:ext uri="{BB962C8B-B14F-4D97-AF65-F5344CB8AC3E}">
        <p14:creationId xmlns:p14="http://schemas.microsoft.com/office/powerpoint/2010/main" val="3130016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8C3D1C-BB8A-CA6A-5605-C9D55E0DC961}"/>
              </a:ext>
            </a:extLst>
          </p:cNvPr>
          <p:cNvSpPr>
            <a:spLocks noGrp="1"/>
          </p:cNvSpPr>
          <p:nvPr>
            <p:ph type="title"/>
          </p:nvPr>
        </p:nvSpPr>
        <p:spPr/>
        <p:txBody>
          <a:bodyPr/>
          <a:lstStyle/>
          <a:p>
            <a:r>
              <a:rPr lang="en-US" altLang="ja-JP" dirty="0"/>
              <a:t>DFA</a:t>
            </a:r>
            <a:r>
              <a:rPr lang="ja-JP" altLang="en-US" dirty="0"/>
              <a:t>（</a:t>
            </a:r>
            <a:r>
              <a:rPr lang="en-US" altLang="ja-JP" dirty="0"/>
              <a:t>Detrended Fluctuation Analysis</a:t>
            </a:r>
            <a:r>
              <a:rPr lang="ja-JP" altLang="en-US" dirty="0"/>
              <a:t>）（４）</a:t>
            </a:r>
            <a:endParaRPr kumimoji="1" lang="ja-JP" altLang="en-US" dirty="0"/>
          </a:p>
        </p:txBody>
      </p:sp>
      <p:sp>
        <p:nvSpPr>
          <p:cNvPr id="3" name="コンテンツ プレースホルダー 2">
            <a:extLst>
              <a:ext uri="{FF2B5EF4-FFF2-40B4-BE49-F238E27FC236}">
                <a16:creationId xmlns:a16="http://schemas.microsoft.com/office/drawing/2014/main" id="{353F7E5E-EC34-6FB7-02E5-FF8772C92818}"/>
              </a:ext>
            </a:extLst>
          </p:cNvPr>
          <p:cNvSpPr>
            <a:spLocks noGrp="1"/>
          </p:cNvSpPr>
          <p:nvPr>
            <p:ph idx="1"/>
          </p:nvPr>
        </p:nvSpPr>
        <p:spPr/>
        <p:txBody>
          <a:bodyPr/>
          <a:lstStyle/>
          <a:p>
            <a:r>
              <a:rPr lang="ja-JP" altLang="en-US" dirty="0"/>
              <a:t>計算ステップ（続き）</a:t>
            </a:r>
            <a:endParaRPr lang="en-US" altLang="ja-JP" dirty="0"/>
          </a:p>
          <a:p>
            <a:pPr lvl="1"/>
            <a:r>
              <a:rPr lang="ja-JP" altLang="en-US" dirty="0"/>
              <a:t>ステップ９</a:t>
            </a:r>
            <a:endParaRPr lang="en-US" altLang="ja-JP" dirty="0"/>
          </a:p>
          <a:p>
            <a:pPr lvl="2"/>
            <a:r>
              <a:rPr lang="ja-JP" altLang="en-US" dirty="0"/>
              <a:t>複数スケールで繰り返してスケーリング則を推定</a:t>
            </a:r>
            <a:endParaRPr lang="en-US" altLang="ja-JP" dirty="0"/>
          </a:p>
          <a:p>
            <a:pPr lvl="2"/>
            <a:endParaRPr lang="en-US" altLang="ja-JP" dirty="0"/>
          </a:p>
          <a:p>
            <a:pPr lvl="2"/>
            <a:endParaRPr lang="en-US" altLang="ja-JP" dirty="0"/>
          </a:p>
          <a:p>
            <a:pPr lvl="2"/>
            <a:endParaRPr lang="en-US" altLang="ja-JP" dirty="0"/>
          </a:p>
          <a:p>
            <a:pPr lvl="2"/>
            <a:r>
              <a:rPr lang="ja-JP" altLang="en-US" dirty="0"/>
              <a:t>両辺対数をとって傾きを求める</a:t>
            </a:r>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BD3FFD35-DE3E-DC23-3B6E-1533497A8A01}"/>
              </a:ext>
            </a:extLst>
          </p:cNvPr>
          <p:cNvSpPr>
            <a:spLocks noGrp="1"/>
          </p:cNvSpPr>
          <p:nvPr>
            <p:ph type="sldNum" sz="quarter" idx="12"/>
          </p:nvPr>
        </p:nvSpPr>
        <p:spPr/>
        <p:txBody>
          <a:bodyPr/>
          <a:lstStyle/>
          <a:p>
            <a:fld id="{50D3C8B2-6F41-4419-91EE-BC3E1745F8DC}" type="slidenum">
              <a:rPr kumimoji="1" lang="ja-JP" altLang="en-US" smtClean="0"/>
              <a:t>13</a:t>
            </a:fld>
            <a:endParaRPr kumimoji="1" lang="ja-JP" altLang="en-US"/>
          </a:p>
        </p:txBody>
      </p:sp>
      <p:pic>
        <p:nvPicPr>
          <p:cNvPr id="6" name="図 5">
            <a:extLst>
              <a:ext uri="{FF2B5EF4-FFF2-40B4-BE49-F238E27FC236}">
                <a16:creationId xmlns:a16="http://schemas.microsoft.com/office/drawing/2014/main" id="{DC485340-F31D-FB53-7194-30775854225A}"/>
              </a:ext>
            </a:extLst>
          </p:cNvPr>
          <p:cNvPicPr>
            <a:picLocks noChangeAspect="1"/>
          </p:cNvPicPr>
          <p:nvPr/>
        </p:nvPicPr>
        <p:blipFill>
          <a:blip r:embed="rId2"/>
          <a:stretch>
            <a:fillRect/>
          </a:stretch>
        </p:blipFill>
        <p:spPr>
          <a:xfrm>
            <a:off x="3149301" y="2058052"/>
            <a:ext cx="1647847" cy="619833"/>
          </a:xfrm>
          <a:prstGeom prst="rect">
            <a:avLst/>
          </a:prstGeom>
        </p:spPr>
      </p:pic>
      <p:pic>
        <p:nvPicPr>
          <p:cNvPr id="8" name="図 7" descr="グラフ, 折れ線グラフ&#10;&#10;AI 生成コンテンツは誤りを含む可能性があります。">
            <a:extLst>
              <a:ext uri="{FF2B5EF4-FFF2-40B4-BE49-F238E27FC236}">
                <a16:creationId xmlns:a16="http://schemas.microsoft.com/office/drawing/2014/main" id="{3ED007BF-E008-2AD3-2450-05D53EE6CBB5}"/>
              </a:ext>
            </a:extLst>
          </p:cNvPr>
          <p:cNvPicPr>
            <a:picLocks noChangeAspect="1"/>
          </p:cNvPicPr>
          <p:nvPr/>
        </p:nvPicPr>
        <p:blipFill>
          <a:blip r:embed="rId3"/>
          <a:stretch>
            <a:fillRect/>
          </a:stretch>
        </p:blipFill>
        <p:spPr>
          <a:xfrm>
            <a:off x="5997862" y="1962786"/>
            <a:ext cx="5891020" cy="4317941"/>
          </a:xfrm>
          <a:prstGeom prst="rect">
            <a:avLst/>
          </a:prstGeom>
        </p:spPr>
      </p:pic>
      <p:pic>
        <p:nvPicPr>
          <p:cNvPr id="10" name="図 9">
            <a:extLst>
              <a:ext uri="{FF2B5EF4-FFF2-40B4-BE49-F238E27FC236}">
                <a16:creationId xmlns:a16="http://schemas.microsoft.com/office/drawing/2014/main" id="{AFC9EAC8-E16C-7570-FA6D-2EB5468454CD}"/>
              </a:ext>
            </a:extLst>
          </p:cNvPr>
          <p:cNvPicPr>
            <a:picLocks noChangeAspect="1"/>
          </p:cNvPicPr>
          <p:nvPr/>
        </p:nvPicPr>
        <p:blipFill>
          <a:blip r:embed="rId4"/>
          <a:stretch>
            <a:fillRect/>
          </a:stretch>
        </p:blipFill>
        <p:spPr>
          <a:xfrm>
            <a:off x="2445303" y="3390759"/>
            <a:ext cx="2870070" cy="529045"/>
          </a:xfrm>
          <a:prstGeom prst="rect">
            <a:avLst/>
          </a:prstGeom>
        </p:spPr>
      </p:pic>
    </p:spTree>
    <p:extLst>
      <p:ext uri="{BB962C8B-B14F-4D97-AF65-F5344CB8AC3E}">
        <p14:creationId xmlns:p14="http://schemas.microsoft.com/office/powerpoint/2010/main" val="962702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0B499C-5F1E-1895-80CC-E139CB6DDDF3}"/>
              </a:ext>
            </a:extLst>
          </p:cNvPr>
          <p:cNvSpPr>
            <a:spLocks noGrp="1"/>
          </p:cNvSpPr>
          <p:nvPr>
            <p:ph type="title"/>
          </p:nvPr>
        </p:nvSpPr>
        <p:spPr/>
        <p:txBody>
          <a:bodyPr/>
          <a:lstStyle/>
          <a:p>
            <a:r>
              <a:rPr kumimoji="1" lang="en-US" altLang="ja-JP" dirty="0"/>
              <a:t>R/S</a:t>
            </a:r>
            <a:r>
              <a:rPr kumimoji="1" lang="ja-JP" altLang="en-US" dirty="0"/>
              <a:t>解析での</a:t>
            </a:r>
            <a:r>
              <a:rPr kumimoji="1" lang="en-US" altLang="ja-JP" dirty="0"/>
              <a:t>H</a:t>
            </a:r>
            <a:r>
              <a:rPr kumimoji="1" lang="ja-JP" altLang="en-US" dirty="0"/>
              <a:t>の推定値（ランダムウォーク）</a:t>
            </a:r>
          </a:p>
        </p:txBody>
      </p:sp>
      <p:sp>
        <p:nvSpPr>
          <p:cNvPr id="4" name="スライド番号プレースホルダー 3">
            <a:extLst>
              <a:ext uri="{FF2B5EF4-FFF2-40B4-BE49-F238E27FC236}">
                <a16:creationId xmlns:a16="http://schemas.microsoft.com/office/drawing/2014/main" id="{3157DFA3-4B8B-7BD6-128E-F359BAE74FF9}"/>
              </a:ext>
            </a:extLst>
          </p:cNvPr>
          <p:cNvSpPr>
            <a:spLocks noGrp="1"/>
          </p:cNvSpPr>
          <p:nvPr>
            <p:ph type="sldNum" sz="quarter" idx="12"/>
          </p:nvPr>
        </p:nvSpPr>
        <p:spPr/>
        <p:txBody>
          <a:bodyPr/>
          <a:lstStyle/>
          <a:p>
            <a:fld id="{50D3C8B2-6F41-4419-91EE-BC3E1745F8DC}" type="slidenum">
              <a:rPr kumimoji="1" lang="ja-JP" altLang="en-US" smtClean="0"/>
              <a:t>14</a:t>
            </a:fld>
            <a:endParaRPr kumimoji="1" lang="ja-JP" altLang="en-US"/>
          </a:p>
        </p:txBody>
      </p:sp>
      <p:pic>
        <p:nvPicPr>
          <p:cNvPr id="6" name="図 5" descr="グラフ, ヒストグラム, 箱ひげ図&#10;&#10;AI 生成コンテンツは誤りを含む可能性があります。">
            <a:extLst>
              <a:ext uri="{FF2B5EF4-FFF2-40B4-BE49-F238E27FC236}">
                <a16:creationId xmlns:a16="http://schemas.microsoft.com/office/drawing/2014/main" id="{133D9BA8-A29E-8B6F-0AD5-6D02810CEDDC}"/>
              </a:ext>
            </a:extLst>
          </p:cNvPr>
          <p:cNvPicPr>
            <a:picLocks noChangeAspect="1"/>
          </p:cNvPicPr>
          <p:nvPr/>
        </p:nvPicPr>
        <p:blipFill>
          <a:blip r:embed="rId2"/>
          <a:stretch>
            <a:fillRect/>
          </a:stretch>
        </p:blipFill>
        <p:spPr>
          <a:xfrm>
            <a:off x="588720" y="1277024"/>
            <a:ext cx="10533168" cy="5156864"/>
          </a:xfrm>
          <a:prstGeom prst="rect">
            <a:avLst/>
          </a:prstGeom>
        </p:spPr>
      </p:pic>
      <p:sp>
        <p:nvSpPr>
          <p:cNvPr id="7" name="コンテンツ プレースホルダー 2">
            <a:extLst>
              <a:ext uri="{FF2B5EF4-FFF2-40B4-BE49-F238E27FC236}">
                <a16:creationId xmlns:a16="http://schemas.microsoft.com/office/drawing/2014/main" id="{D92D3E6B-0106-D0EE-B227-E2B438C2E691}"/>
              </a:ext>
            </a:extLst>
          </p:cNvPr>
          <p:cNvSpPr>
            <a:spLocks noGrp="1"/>
          </p:cNvSpPr>
          <p:nvPr>
            <p:ph idx="1"/>
          </p:nvPr>
        </p:nvSpPr>
        <p:spPr>
          <a:xfrm>
            <a:off x="237836" y="838088"/>
            <a:ext cx="11520054" cy="365125"/>
          </a:xfrm>
        </p:spPr>
        <p:txBody>
          <a:bodyPr>
            <a:normAutofit/>
          </a:bodyPr>
          <a:lstStyle/>
          <a:p>
            <a:r>
              <a:rPr lang="ja-JP" altLang="en-US" dirty="0"/>
              <a:t>系列長を変えて比較。（乱数を変えてそれぞれ</a:t>
            </a:r>
            <a:r>
              <a:rPr lang="en-US" altLang="ja-JP" dirty="0"/>
              <a:t>200</a:t>
            </a:r>
            <a:r>
              <a:rPr lang="ja-JP" altLang="en-US" dirty="0"/>
              <a:t>回実施）</a:t>
            </a:r>
            <a:endParaRPr lang="en-US" altLang="ja-JP" dirty="0"/>
          </a:p>
        </p:txBody>
      </p:sp>
    </p:spTree>
    <p:extLst>
      <p:ext uri="{BB962C8B-B14F-4D97-AF65-F5344CB8AC3E}">
        <p14:creationId xmlns:p14="http://schemas.microsoft.com/office/powerpoint/2010/main" val="4272711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BC43D2-B5B9-FDFB-179D-6BB9C99FD956}"/>
              </a:ext>
            </a:extLst>
          </p:cNvPr>
          <p:cNvSpPr>
            <a:spLocks noGrp="1"/>
          </p:cNvSpPr>
          <p:nvPr>
            <p:ph type="title"/>
          </p:nvPr>
        </p:nvSpPr>
        <p:spPr/>
        <p:txBody>
          <a:bodyPr/>
          <a:lstStyle/>
          <a:p>
            <a:r>
              <a:rPr lang="en-US" altLang="ja-JP" dirty="0"/>
              <a:t>DFA</a:t>
            </a:r>
            <a:r>
              <a:rPr lang="ja-JP" altLang="en-US" dirty="0"/>
              <a:t>での</a:t>
            </a:r>
            <a:r>
              <a:rPr lang="en-US" altLang="ja-JP" dirty="0"/>
              <a:t>H</a:t>
            </a:r>
            <a:r>
              <a:rPr lang="ja-JP" altLang="en-US" dirty="0"/>
              <a:t>の推定値（ランダムウォーク）</a:t>
            </a:r>
            <a:endParaRPr kumimoji="1" lang="ja-JP" altLang="en-US" dirty="0"/>
          </a:p>
        </p:txBody>
      </p:sp>
      <p:sp>
        <p:nvSpPr>
          <p:cNvPr id="4" name="スライド番号プレースホルダー 3">
            <a:extLst>
              <a:ext uri="{FF2B5EF4-FFF2-40B4-BE49-F238E27FC236}">
                <a16:creationId xmlns:a16="http://schemas.microsoft.com/office/drawing/2014/main" id="{8B1CB4E6-C664-43D7-CACB-C1784BB446DC}"/>
              </a:ext>
            </a:extLst>
          </p:cNvPr>
          <p:cNvSpPr>
            <a:spLocks noGrp="1"/>
          </p:cNvSpPr>
          <p:nvPr>
            <p:ph type="sldNum" sz="quarter" idx="12"/>
          </p:nvPr>
        </p:nvSpPr>
        <p:spPr/>
        <p:txBody>
          <a:bodyPr/>
          <a:lstStyle/>
          <a:p>
            <a:fld id="{50D3C8B2-6F41-4419-91EE-BC3E1745F8DC}" type="slidenum">
              <a:rPr kumimoji="1" lang="ja-JP" altLang="en-US" smtClean="0"/>
              <a:t>15</a:t>
            </a:fld>
            <a:endParaRPr kumimoji="1" lang="ja-JP" altLang="en-US"/>
          </a:p>
        </p:txBody>
      </p:sp>
      <p:pic>
        <p:nvPicPr>
          <p:cNvPr id="6" name="図 5" descr="グラフ, ヒストグラム&#10;&#10;AI 生成コンテンツは誤りを含む可能性があります。">
            <a:extLst>
              <a:ext uri="{FF2B5EF4-FFF2-40B4-BE49-F238E27FC236}">
                <a16:creationId xmlns:a16="http://schemas.microsoft.com/office/drawing/2014/main" id="{30FA28C8-73C2-B461-078E-B0AA6B4ADA93}"/>
              </a:ext>
            </a:extLst>
          </p:cNvPr>
          <p:cNvPicPr>
            <a:picLocks noChangeAspect="1"/>
          </p:cNvPicPr>
          <p:nvPr/>
        </p:nvPicPr>
        <p:blipFill>
          <a:blip r:embed="rId2"/>
          <a:stretch>
            <a:fillRect/>
          </a:stretch>
        </p:blipFill>
        <p:spPr>
          <a:xfrm>
            <a:off x="545811" y="1157316"/>
            <a:ext cx="10725198" cy="5374632"/>
          </a:xfrm>
          <a:prstGeom prst="rect">
            <a:avLst/>
          </a:prstGeom>
        </p:spPr>
      </p:pic>
      <p:sp>
        <p:nvSpPr>
          <p:cNvPr id="7" name="コンテンツ プレースホルダー 2">
            <a:extLst>
              <a:ext uri="{FF2B5EF4-FFF2-40B4-BE49-F238E27FC236}">
                <a16:creationId xmlns:a16="http://schemas.microsoft.com/office/drawing/2014/main" id="{1E718EC2-5E92-2F4B-C8E4-24592329BB7C}"/>
              </a:ext>
            </a:extLst>
          </p:cNvPr>
          <p:cNvSpPr>
            <a:spLocks noGrp="1"/>
          </p:cNvSpPr>
          <p:nvPr>
            <p:ph idx="1"/>
          </p:nvPr>
        </p:nvSpPr>
        <p:spPr>
          <a:xfrm>
            <a:off x="237836" y="838088"/>
            <a:ext cx="11520054" cy="365125"/>
          </a:xfrm>
        </p:spPr>
        <p:txBody>
          <a:bodyPr>
            <a:normAutofit/>
          </a:bodyPr>
          <a:lstStyle/>
          <a:p>
            <a:r>
              <a:rPr lang="ja-JP" altLang="en-US" dirty="0"/>
              <a:t>系列長を変えて比較。（乱数を変えてそれぞれ</a:t>
            </a:r>
            <a:r>
              <a:rPr lang="en-US" altLang="ja-JP" dirty="0"/>
              <a:t>200</a:t>
            </a:r>
            <a:r>
              <a:rPr lang="ja-JP" altLang="en-US" dirty="0"/>
              <a:t>回実施）</a:t>
            </a:r>
            <a:endParaRPr lang="en-US" altLang="ja-JP" dirty="0"/>
          </a:p>
        </p:txBody>
      </p:sp>
    </p:spTree>
    <p:extLst>
      <p:ext uri="{BB962C8B-B14F-4D97-AF65-F5344CB8AC3E}">
        <p14:creationId xmlns:p14="http://schemas.microsoft.com/office/powerpoint/2010/main" val="357583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F52F33-4713-0135-0A39-B36E366AF7CF}"/>
              </a:ext>
            </a:extLst>
          </p:cNvPr>
          <p:cNvSpPr>
            <a:spLocks noGrp="1"/>
          </p:cNvSpPr>
          <p:nvPr>
            <p:ph type="title"/>
          </p:nvPr>
        </p:nvSpPr>
        <p:spPr/>
        <p:txBody>
          <a:bodyPr/>
          <a:lstStyle/>
          <a:p>
            <a:r>
              <a:rPr kumimoji="1" lang="en-US" altLang="ja-JP" dirty="0"/>
              <a:t>R/S</a:t>
            </a:r>
            <a:r>
              <a:rPr kumimoji="1" lang="ja-JP" altLang="en-US" dirty="0"/>
              <a:t>と</a:t>
            </a:r>
            <a:r>
              <a:rPr kumimoji="1" lang="en-US" altLang="ja-JP" dirty="0"/>
              <a:t>DFA</a:t>
            </a:r>
            <a:r>
              <a:rPr kumimoji="1" lang="ja-JP" altLang="en-US" dirty="0"/>
              <a:t>の比較</a:t>
            </a:r>
          </a:p>
        </p:txBody>
      </p:sp>
      <p:sp>
        <p:nvSpPr>
          <p:cNvPr id="4" name="スライド番号プレースホルダー 3">
            <a:extLst>
              <a:ext uri="{FF2B5EF4-FFF2-40B4-BE49-F238E27FC236}">
                <a16:creationId xmlns:a16="http://schemas.microsoft.com/office/drawing/2014/main" id="{1E88EF10-EE7F-070A-3D39-ECBA50DED78D}"/>
              </a:ext>
            </a:extLst>
          </p:cNvPr>
          <p:cNvSpPr>
            <a:spLocks noGrp="1"/>
          </p:cNvSpPr>
          <p:nvPr>
            <p:ph type="sldNum" sz="quarter" idx="12"/>
          </p:nvPr>
        </p:nvSpPr>
        <p:spPr/>
        <p:txBody>
          <a:bodyPr/>
          <a:lstStyle/>
          <a:p>
            <a:fld id="{50D3C8B2-6F41-4419-91EE-BC3E1745F8DC}" type="slidenum">
              <a:rPr kumimoji="1" lang="ja-JP" altLang="en-US" smtClean="0"/>
              <a:t>16</a:t>
            </a:fld>
            <a:endParaRPr kumimoji="1" lang="ja-JP" altLang="en-US"/>
          </a:p>
        </p:txBody>
      </p:sp>
      <p:pic>
        <p:nvPicPr>
          <p:cNvPr id="6" name="図 5" descr="グラフ, 折れ線グラフ&#10;&#10;AI 生成コンテンツは誤りを含む可能性があります。">
            <a:extLst>
              <a:ext uri="{FF2B5EF4-FFF2-40B4-BE49-F238E27FC236}">
                <a16:creationId xmlns:a16="http://schemas.microsoft.com/office/drawing/2014/main" id="{BF790AA1-0BCF-F755-DC7D-A31F81E2B2E0}"/>
              </a:ext>
            </a:extLst>
          </p:cNvPr>
          <p:cNvPicPr>
            <a:picLocks noChangeAspect="1"/>
          </p:cNvPicPr>
          <p:nvPr/>
        </p:nvPicPr>
        <p:blipFill>
          <a:blip r:embed="rId2"/>
          <a:stretch>
            <a:fillRect/>
          </a:stretch>
        </p:blipFill>
        <p:spPr>
          <a:xfrm>
            <a:off x="314035" y="1011997"/>
            <a:ext cx="4976422" cy="3007862"/>
          </a:xfrm>
          <a:prstGeom prst="rect">
            <a:avLst/>
          </a:prstGeom>
        </p:spPr>
      </p:pic>
      <p:pic>
        <p:nvPicPr>
          <p:cNvPr id="8" name="図 7" descr="グラフ, 折れ線グラフ&#10;&#10;AI 生成コンテンツは誤りを含む可能性があります。">
            <a:extLst>
              <a:ext uri="{FF2B5EF4-FFF2-40B4-BE49-F238E27FC236}">
                <a16:creationId xmlns:a16="http://schemas.microsoft.com/office/drawing/2014/main" id="{4FE31CB1-0432-B82F-451A-26154FCC2F9B}"/>
              </a:ext>
            </a:extLst>
          </p:cNvPr>
          <p:cNvPicPr>
            <a:picLocks noChangeAspect="1"/>
          </p:cNvPicPr>
          <p:nvPr/>
        </p:nvPicPr>
        <p:blipFill>
          <a:blip r:embed="rId3"/>
          <a:stretch>
            <a:fillRect/>
          </a:stretch>
        </p:blipFill>
        <p:spPr>
          <a:xfrm>
            <a:off x="6042198" y="944744"/>
            <a:ext cx="4885826" cy="2893776"/>
          </a:xfrm>
          <a:prstGeom prst="rect">
            <a:avLst/>
          </a:prstGeom>
        </p:spPr>
      </p:pic>
      <p:pic>
        <p:nvPicPr>
          <p:cNvPr id="10" name="図 9" descr="グラフ, 折れ線グラフ&#10;&#10;AI 生成コンテンツは誤りを含む可能性があります。">
            <a:extLst>
              <a:ext uri="{FF2B5EF4-FFF2-40B4-BE49-F238E27FC236}">
                <a16:creationId xmlns:a16="http://schemas.microsoft.com/office/drawing/2014/main" id="{BC80F189-85E7-A572-4B76-8D27E6A7FFFB}"/>
              </a:ext>
            </a:extLst>
          </p:cNvPr>
          <p:cNvPicPr>
            <a:picLocks noChangeAspect="1"/>
          </p:cNvPicPr>
          <p:nvPr/>
        </p:nvPicPr>
        <p:blipFill>
          <a:blip r:embed="rId4"/>
          <a:stretch>
            <a:fillRect/>
          </a:stretch>
        </p:blipFill>
        <p:spPr>
          <a:xfrm>
            <a:off x="3508689" y="3959426"/>
            <a:ext cx="4885826" cy="2833306"/>
          </a:xfrm>
          <a:prstGeom prst="rect">
            <a:avLst/>
          </a:prstGeom>
        </p:spPr>
      </p:pic>
    </p:spTree>
    <p:extLst>
      <p:ext uri="{BB962C8B-B14F-4D97-AF65-F5344CB8AC3E}">
        <p14:creationId xmlns:p14="http://schemas.microsoft.com/office/powerpoint/2010/main" val="2422407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8B52D3-9976-87E4-D2A5-FF0846D8AD3F}"/>
              </a:ext>
            </a:extLst>
          </p:cNvPr>
          <p:cNvSpPr>
            <a:spLocks noGrp="1"/>
          </p:cNvSpPr>
          <p:nvPr>
            <p:ph type="title"/>
          </p:nvPr>
        </p:nvSpPr>
        <p:spPr/>
        <p:txBody>
          <a:bodyPr/>
          <a:lstStyle/>
          <a:p>
            <a:r>
              <a:rPr lang="ja-JP" altLang="en-US" dirty="0"/>
              <a:t>ドル円のハースト指数の計測</a:t>
            </a:r>
            <a:endParaRPr kumimoji="1" lang="ja-JP" altLang="en-US" dirty="0"/>
          </a:p>
        </p:txBody>
      </p:sp>
      <p:sp>
        <p:nvSpPr>
          <p:cNvPr id="3" name="コンテンツ プレースホルダー 2">
            <a:extLst>
              <a:ext uri="{FF2B5EF4-FFF2-40B4-BE49-F238E27FC236}">
                <a16:creationId xmlns:a16="http://schemas.microsoft.com/office/drawing/2014/main" id="{D5582F09-B2FE-589A-DAE0-C327F76D3AD0}"/>
              </a:ext>
            </a:extLst>
          </p:cNvPr>
          <p:cNvSpPr>
            <a:spLocks noGrp="1"/>
          </p:cNvSpPr>
          <p:nvPr>
            <p:ph idx="1"/>
          </p:nvPr>
        </p:nvSpPr>
        <p:spPr>
          <a:xfrm>
            <a:off x="237836" y="1080655"/>
            <a:ext cx="11520054" cy="597215"/>
          </a:xfrm>
        </p:spPr>
        <p:txBody>
          <a:bodyPr/>
          <a:lstStyle/>
          <a:p>
            <a:r>
              <a:rPr kumimoji="1" lang="en-US" altLang="ja-JP" dirty="0"/>
              <a:t>2015/1/1</a:t>
            </a:r>
            <a:r>
              <a:rPr kumimoji="1" lang="ja-JP" altLang="en-US" dirty="0"/>
              <a:t>～直近までの</a:t>
            </a:r>
            <a:r>
              <a:rPr kumimoji="1" lang="en-US" altLang="ja-JP" dirty="0"/>
              <a:t>2,857</a:t>
            </a:r>
            <a:r>
              <a:rPr lang="ja-JP" altLang="en-US" dirty="0"/>
              <a:t>日のドル円データを用いてハースト指数を推定</a:t>
            </a:r>
            <a:endParaRPr kumimoji="1" lang="ja-JP" altLang="en-US" dirty="0"/>
          </a:p>
        </p:txBody>
      </p:sp>
      <p:sp>
        <p:nvSpPr>
          <p:cNvPr id="4" name="スライド番号プレースホルダー 3">
            <a:extLst>
              <a:ext uri="{FF2B5EF4-FFF2-40B4-BE49-F238E27FC236}">
                <a16:creationId xmlns:a16="http://schemas.microsoft.com/office/drawing/2014/main" id="{BA7C08D7-7E0D-2248-3052-2D63147FD87D}"/>
              </a:ext>
            </a:extLst>
          </p:cNvPr>
          <p:cNvSpPr>
            <a:spLocks noGrp="1"/>
          </p:cNvSpPr>
          <p:nvPr>
            <p:ph type="sldNum" sz="quarter" idx="12"/>
          </p:nvPr>
        </p:nvSpPr>
        <p:spPr/>
        <p:txBody>
          <a:bodyPr/>
          <a:lstStyle/>
          <a:p>
            <a:fld id="{50D3C8B2-6F41-4419-91EE-BC3E1745F8DC}" type="slidenum">
              <a:rPr kumimoji="1" lang="ja-JP" altLang="en-US" smtClean="0"/>
              <a:t>17</a:t>
            </a:fld>
            <a:endParaRPr kumimoji="1" lang="ja-JP" altLang="en-US"/>
          </a:p>
        </p:txBody>
      </p:sp>
      <p:pic>
        <p:nvPicPr>
          <p:cNvPr id="6" name="図 5" descr="グラフ, 折れ線グラフ&#10;&#10;AI 生成コンテンツは誤りを含む可能性があります。">
            <a:extLst>
              <a:ext uri="{FF2B5EF4-FFF2-40B4-BE49-F238E27FC236}">
                <a16:creationId xmlns:a16="http://schemas.microsoft.com/office/drawing/2014/main" id="{6EE9AFBB-3D35-1BD4-3A5B-9FEA11E8D8C8}"/>
              </a:ext>
            </a:extLst>
          </p:cNvPr>
          <p:cNvPicPr>
            <a:picLocks noChangeAspect="1"/>
          </p:cNvPicPr>
          <p:nvPr/>
        </p:nvPicPr>
        <p:blipFill>
          <a:blip r:embed="rId2"/>
          <a:stretch>
            <a:fillRect/>
          </a:stretch>
        </p:blipFill>
        <p:spPr>
          <a:xfrm>
            <a:off x="102629" y="2190520"/>
            <a:ext cx="5753886" cy="4124536"/>
          </a:xfrm>
          <a:prstGeom prst="rect">
            <a:avLst/>
          </a:prstGeom>
        </p:spPr>
      </p:pic>
      <p:pic>
        <p:nvPicPr>
          <p:cNvPr id="8" name="図 7" descr="グラフ, 折れ線グラフ&#10;&#10;AI 生成コンテンツは誤りを含む可能性があります。">
            <a:extLst>
              <a:ext uri="{FF2B5EF4-FFF2-40B4-BE49-F238E27FC236}">
                <a16:creationId xmlns:a16="http://schemas.microsoft.com/office/drawing/2014/main" id="{9099C1F4-9FB3-2F38-E88F-AFB46097BBC6}"/>
              </a:ext>
            </a:extLst>
          </p:cNvPr>
          <p:cNvPicPr>
            <a:picLocks noChangeAspect="1"/>
          </p:cNvPicPr>
          <p:nvPr/>
        </p:nvPicPr>
        <p:blipFill>
          <a:blip r:embed="rId3"/>
          <a:stretch>
            <a:fillRect/>
          </a:stretch>
        </p:blipFill>
        <p:spPr>
          <a:xfrm>
            <a:off x="5856516" y="2096017"/>
            <a:ext cx="5634272" cy="4124536"/>
          </a:xfrm>
          <a:prstGeom prst="rect">
            <a:avLst/>
          </a:prstGeom>
        </p:spPr>
      </p:pic>
    </p:spTree>
    <p:extLst>
      <p:ext uri="{BB962C8B-B14F-4D97-AF65-F5344CB8AC3E}">
        <p14:creationId xmlns:p14="http://schemas.microsoft.com/office/powerpoint/2010/main" val="2225524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826166-EB25-0CEF-66FF-3F19E761F088}"/>
              </a:ext>
            </a:extLst>
          </p:cNvPr>
          <p:cNvSpPr>
            <a:spLocks noGrp="1"/>
          </p:cNvSpPr>
          <p:nvPr>
            <p:ph type="title"/>
          </p:nvPr>
        </p:nvSpPr>
        <p:spPr>
          <a:xfrm>
            <a:off x="237835" y="143489"/>
            <a:ext cx="11520055" cy="643541"/>
          </a:xfrm>
        </p:spPr>
        <p:txBody>
          <a:bodyPr/>
          <a:lstStyle/>
          <a:p>
            <a:r>
              <a:rPr lang="ja-JP" altLang="en-US" dirty="0"/>
              <a:t>各セグメント分散の例</a:t>
            </a:r>
            <a:endParaRPr kumimoji="1" lang="ja-JP" altLang="en-US" dirty="0"/>
          </a:p>
        </p:txBody>
      </p:sp>
      <p:sp>
        <p:nvSpPr>
          <p:cNvPr id="4" name="スライド番号プレースホルダー 3">
            <a:extLst>
              <a:ext uri="{FF2B5EF4-FFF2-40B4-BE49-F238E27FC236}">
                <a16:creationId xmlns:a16="http://schemas.microsoft.com/office/drawing/2014/main" id="{5684570D-AB1F-4612-4E7D-949363D3DDD8}"/>
              </a:ext>
            </a:extLst>
          </p:cNvPr>
          <p:cNvSpPr>
            <a:spLocks noGrp="1"/>
          </p:cNvSpPr>
          <p:nvPr>
            <p:ph type="sldNum" sz="quarter" idx="12"/>
          </p:nvPr>
        </p:nvSpPr>
        <p:spPr/>
        <p:txBody>
          <a:bodyPr/>
          <a:lstStyle/>
          <a:p>
            <a:fld id="{50D3C8B2-6F41-4419-91EE-BC3E1745F8DC}" type="slidenum">
              <a:rPr kumimoji="1" lang="ja-JP" altLang="en-US" smtClean="0"/>
              <a:t>18</a:t>
            </a:fld>
            <a:endParaRPr kumimoji="1" lang="ja-JP" altLang="en-US"/>
          </a:p>
        </p:txBody>
      </p:sp>
      <p:pic>
        <p:nvPicPr>
          <p:cNvPr id="6" name="図 5" descr="グラフ&#10;&#10;AI 生成コンテンツは誤りを含む可能性があります。">
            <a:extLst>
              <a:ext uri="{FF2B5EF4-FFF2-40B4-BE49-F238E27FC236}">
                <a16:creationId xmlns:a16="http://schemas.microsoft.com/office/drawing/2014/main" id="{C51DF76C-D380-B4DE-4744-205F28BA6B05}"/>
              </a:ext>
            </a:extLst>
          </p:cNvPr>
          <p:cNvPicPr>
            <a:picLocks noChangeAspect="1"/>
          </p:cNvPicPr>
          <p:nvPr/>
        </p:nvPicPr>
        <p:blipFill>
          <a:blip r:embed="rId2"/>
          <a:stretch>
            <a:fillRect/>
          </a:stretch>
        </p:blipFill>
        <p:spPr>
          <a:xfrm>
            <a:off x="69509" y="1179029"/>
            <a:ext cx="5837998" cy="2533821"/>
          </a:xfrm>
          <a:prstGeom prst="rect">
            <a:avLst/>
          </a:prstGeom>
        </p:spPr>
      </p:pic>
      <p:pic>
        <p:nvPicPr>
          <p:cNvPr id="8" name="図 7" descr="グラフ&#10;&#10;AI 生成コンテンツは誤りを含む可能性があります。">
            <a:extLst>
              <a:ext uri="{FF2B5EF4-FFF2-40B4-BE49-F238E27FC236}">
                <a16:creationId xmlns:a16="http://schemas.microsoft.com/office/drawing/2014/main" id="{5B84A33D-5AD0-0308-BB39-54686EF6258B}"/>
              </a:ext>
            </a:extLst>
          </p:cNvPr>
          <p:cNvPicPr>
            <a:picLocks noChangeAspect="1"/>
          </p:cNvPicPr>
          <p:nvPr/>
        </p:nvPicPr>
        <p:blipFill>
          <a:blip r:embed="rId3"/>
          <a:stretch>
            <a:fillRect/>
          </a:stretch>
        </p:blipFill>
        <p:spPr>
          <a:xfrm>
            <a:off x="290902" y="4077658"/>
            <a:ext cx="5616605" cy="2419732"/>
          </a:xfrm>
          <a:prstGeom prst="rect">
            <a:avLst/>
          </a:prstGeom>
        </p:spPr>
      </p:pic>
      <p:pic>
        <p:nvPicPr>
          <p:cNvPr id="10" name="図 9" descr="グラフ&#10;&#10;AI 生成コンテンツは誤りを含む可能性があります。">
            <a:extLst>
              <a:ext uri="{FF2B5EF4-FFF2-40B4-BE49-F238E27FC236}">
                <a16:creationId xmlns:a16="http://schemas.microsoft.com/office/drawing/2014/main" id="{35639A69-24A1-41EB-A768-B3B8A74FD79A}"/>
              </a:ext>
            </a:extLst>
          </p:cNvPr>
          <p:cNvPicPr>
            <a:picLocks noChangeAspect="1"/>
          </p:cNvPicPr>
          <p:nvPr/>
        </p:nvPicPr>
        <p:blipFill>
          <a:blip r:embed="rId4"/>
          <a:stretch>
            <a:fillRect/>
          </a:stretch>
        </p:blipFill>
        <p:spPr>
          <a:xfrm>
            <a:off x="5907507" y="1171474"/>
            <a:ext cx="5824983" cy="2533821"/>
          </a:xfrm>
          <a:prstGeom prst="rect">
            <a:avLst/>
          </a:prstGeom>
        </p:spPr>
      </p:pic>
      <p:pic>
        <p:nvPicPr>
          <p:cNvPr id="12" name="図 11" descr="グラフ&#10;&#10;AI 生成コンテンツは誤りを含む可能性があります。">
            <a:extLst>
              <a:ext uri="{FF2B5EF4-FFF2-40B4-BE49-F238E27FC236}">
                <a16:creationId xmlns:a16="http://schemas.microsoft.com/office/drawing/2014/main" id="{8F775583-AF49-B5BC-36C3-C648BDB6FB39}"/>
              </a:ext>
            </a:extLst>
          </p:cNvPr>
          <p:cNvPicPr>
            <a:picLocks noChangeAspect="1"/>
          </p:cNvPicPr>
          <p:nvPr/>
        </p:nvPicPr>
        <p:blipFill>
          <a:blip r:embed="rId5"/>
          <a:stretch>
            <a:fillRect/>
          </a:stretch>
        </p:blipFill>
        <p:spPr>
          <a:xfrm>
            <a:off x="5997862" y="4104849"/>
            <a:ext cx="5712544" cy="2365350"/>
          </a:xfrm>
          <a:prstGeom prst="rect">
            <a:avLst/>
          </a:prstGeom>
        </p:spPr>
      </p:pic>
      <p:sp>
        <p:nvSpPr>
          <p:cNvPr id="16" name="テキスト ボックス 15">
            <a:extLst>
              <a:ext uri="{FF2B5EF4-FFF2-40B4-BE49-F238E27FC236}">
                <a16:creationId xmlns:a16="http://schemas.microsoft.com/office/drawing/2014/main" id="{73218452-4E04-D053-18F6-447DCA1F7F1C}"/>
              </a:ext>
            </a:extLst>
          </p:cNvPr>
          <p:cNvSpPr txBox="1"/>
          <p:nvPr/>
        </p:nvSpPr>
        <p:spPr>
          <a:xfrm>
            <a:off x="8665745" y="3720406"/>
            <a:ext cx="1087855" cy="369332"/>
          </a:xfrm>
          <a:prstGeom prst="rect">
            <a:avLst/>
          </a:prstGeom>
          <a:noFill/>
        </p:spPr>
        <p:txBody>
          <a:bodyPr wrap="square" rtlCol="0">
            <a:spAutoFit/>
          </a:bodyPr>
          <a:lstStyle/>
          <a:p>
            <a:pPr algn="ctr"/>
            <a:r>
              <a:rPr kumimoji="1" lang="en-US" altLang="ja-JP" dirty="0"/>
              <a:t>S=87</a:t>
            </a:r>
            <a:endParaRPr kumimoji="1" lang="ja-JP" altLang="en-US" dirty="0"/>
          </a:p>
        </p:txBody>
      </p:sp>
      <p:sp>
        <p:nvSpPr>
          <p:cNvPr id="15" name="テキスト ボックス 14">
            <a:extLst>
              <a:ext uri="{FF2B5EF4-FFF2-40B4-BE49-F238E27FC236}">
                <a16:creationId xmlns:a16="http://schemas.microsoft.com/office/drawing/2014/main" id="{CCA0F5D0-A5DF-E808-55F6-AA9268B863EB}"/>
              </a:ext>
            </a:extLst>
          </p:cNvPr>
          <p:cNvSpPr txBox="1"/>
          <p:nvPr/>
        </p:nvSpPr>
        <p:spPr>
          <a:xfrm>
            <a:off x="2677885" y="3763687"/>
            <a:ext cx="1251857" cy="369332"/>
          </a:xfrm>
          <a:prstGeom prst="rect">
            <a:avLst/>
          </a:prstGeom>
          <a:noFill/>
        </p:spPr>
        <p:txBody>
          <a:bodyPr wrap="square" rtlCol="0">
            <a:spAutoFit/>
          </a:bodyPr>
          <a:lstStyle/>
          <a:p>
            <a:pPr algn="ctr"/>
            <a:r>
              <a:rPr kumimoji="1" lang="en-US" altLang="ja-JP" dirty="0"/>
              <a:t>S=96</a:t>
            </a:r>
            <a:endParaRPr kumimoji="1" lang="ja-JP" altLang="en-US" dirty="0"/>
          </a:p>
        </p:txBody>
      </p:sp>
      <p:sp>
        <p:nvSpPr>
          <p:cNvPr id="17" name="テキスト ボックス 16">
            <a:extLst>
              <a:ext uri="{FF2B5EF4-FFF2-40B4-BE49-F238E27FC236}">
                <a16:creationId xmlns:a16="http://schemas.microsoft.com/office/drawing/2014/main" id="{2AD5D07F-3852-CBB3-30F5-37DC1A71CA2D}"/>
              </a:ext>
            </a:extLst>
          </p:cNvPr>
          <p:cNvSpPr txBox="1"/>
          <p:nvPr/>
        </p:nvSpPr>
        <p:spPr>
          <a:xfrm>
            <a:off x="1894114" y="877227"/>
            <a:ext cx="2579914" cy="369332"/>
          </a:xfrm>
          <a:prstGeom prst="rect">
            <a:avLst/>
          </a:prstGeom>
          <a:noFill/>
        </p:spPr>
        <p:txBody>
          <a:bodyPr wrap="square" rtlCol="0">
            <a:spAutoFit/>
          </a:bodyPr>
          <a:lstStyle/>
          <a:p>
            <a:pPr algn="ctr"/>
            <a:r>
              <a:rPr kumimoji="1" lang="ja-JP" altLang="en-US" dirty="0"/>
              <a:t>ランダムウォーク</a:t>
            </a:r>
          </a:p>
        </p:txBody>
      </p:sp>
      <p:sp>
        <p:nvSpPr>
          <p:cNvPr id="18" name="テキスト ボックス 17">
            <a:extLst>
              <a:ext uri="{FF2B5EF4-FFF2-40B4-BE49-F238E27FC236}">
                <a16:creationId xmlns:a16="http://schemas.microsoft.com/office/drawing/2014/main" id="{EA8E55BA-F864-831D-5D09-BBA2E9D8D18A}"/>
              </a:ext>
            </a:extLst>
          </p:cNvPr>
          <p:cNvSpPr txBox="1"/>
          <p:nvPr/>
        </p:nvSpPr>
        <p:spPr>
          <a:xfrm>
            <a:off x="7699333" y="834840"/>
            <a:ext cx="2579914" cy="369332"/>
          </a:xfrm>
          <a:prstGeom prst="rect">
            <a:avLst/>
          </a:prstGeom>
          <a:noFill/>
        </p:spPr>
        <p:txBody>
          <a:bodyPr wrap="square" rtlCol="0">
            <a:spAutoFit/>
          </a:bodyPr>
          <a:lstStyle/>
          <a:p>
            <a:pPr algn="ctr"/>
            <a:r>
              <a:rPr kumimoji="1" lang="ja-JP" altLang="en-US" dirty="0"/>
              <a:t>ドル円</a:t>
            </a:r>
          </a:p>
        </p:txBody>
      </p:sp>
    </p:spTree>
    <p:extLst>
      <p:ext uri="{BB962C8B-B14F-4D97-AF65-F5344CB8AC3E}">
        <p14:creationId xmlns:p14="http://schemas.microsoft.com/office/powerpoint/2010/main" val="1703536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47F0C0-5A19-A5E2-84C2-E7DBA53EF86A}"/>
              </a:ext>
            </a:extLst>
          </p:cNvPr>
          <p:cNvSpPr>
            <a:spLocks noGrp="1"/>
          </p:cNvSpPr>
          <p:nvPr>
            <p:ph type="title"/>
          </p:nvPr>
        </p:nvSpPr>
        <p:spPr/>
        <p:txBody>
          <a:bodyPr/>
          <a:lstStyle/>
          <a:p>
            <a:r>
              <a:rPr kumimoji="1" lang="ja-JP" altLang="en-US" dirty="0"/>
              <a:t>マルチフラクタル</a:t>
            </a:r>
          </a:p>
        </p:txBody>
      </p:sp>
      <p:sp>
        <p:nvSpPr>
          <p:cNvPr id="3" name="コンテンツ プレースホルダー 2">
            <a:extLst>
              <a:ext uri="{FF2B5EF4-FFF2-40B4-BE49-F238E27FC236}">
                <a16:creationId xmlns:a16="http://schemas.microsoft.com/office/drawing/2014/main" id="{DF74589E-FA33-F23E-E245-DF7AEF8D6393}"/>
              </a:ext>
            </a:extLst>
          </p:cNvPr>
          <p:cNvSpPr>
            <a:spLocks noGrp="1"/>
          </p:cNvSpPr>
          <p:nvPr>
            <p:ph idx="1"/>
          </p:nvPr>
        </p:nvSpPr>
        <p:spPr/>
        <p:txBody>
          <a:bodyPr/>
          <a:lstStyle/>
          <a:p>
            <a:r>
              <a:rPr kumimoji="1" lang="ja-JP" altLang="en-US" dirty="0"/>
              <a:t>背景</a:t>
            </a:r>
          </a:p>
          <a:p>
            <a:pPr lvl="1"/>
            <a:r>
              <a:rPr kumimoji="1" lang="ja-JP" altLang="en-US" dirty="0"/>
              <a:t>単一のハースト指数 </a:t>
            </a:r>
            <a:r>
              <a:rPr kumimoji="1" lang="en-US" altLang="ja-JP" dirty="0"/>
              <a:t>H </a:t>
            </a:r>
            <a:r>
              <a:rPr kumimoji="1" lang="ja-JP" altLang="en-US" dirty="0"/>
              <a:t>では、時系列の粗さを一様にしか表現できない</a:t>
            </a:r>
          </a:p>
          <a:p>
            <a:pPr lvl="1"/>
            <a:r>
              <a:rPr kumimoji="1" lang="ja-JP" altLang="en-US" dirty="0"/>
              <a:t>実際の金融時系列では、荒い部分と穏やかな部分が時間的に混在</a:t>
            </a:r>
          </a:p>
          <a:p>
            <a:endParaRPr kumimoji="1" lang="ja-JP" altLang="en-US" dirty="0"/>
          </a:p>
          <a:p>
            <a:r>
              <a:rPr kumimoji="1" lang="ja-JP" altLang="en-US" dirty="0"/>
              <a:t>定義（概念）</a:t>
            </a:r>
          </a:p>
          <a:p>
            <a:pPr lvl="1"/>
            <a:r>
              <a:rPr lang="ja-JP" altLang="en-US" dirty="0"/>
              <a:t>スケーリング</a:t>
            </a:r>
            <a:r>
              <a:rPr kumimoji="1" lang="ja-JP" altLang="en-US" dirty="0"/>
              <a:t>則が </a:t>
            </a:r>
            <a:r>
              <a:rPr kumimoji="1" lang="en-US" altLang="ja-JP" dirty="0"/>
              <a:t>1 </a:t>
            </a:r>
            <a:r>
              <a:rPr kumimoji="1" lang="ja-JP" altLang="en-US" dirty="0"/>
              <a:t>つの指数では記述できない時系列</a:t>
            </a:r>
          </a:p>
          <a:p>
            <a:pPr lvl="1"/>
            <a:r>
              <a:rPr kumimoji="1" lang="ja-JP" altLang="en-US" dirty="0"/>
              <a:t>局所的なスケーリング指数が時間・変動サイズによって異なる構造</a:t>
            </a:r>
          </a:p>
          <a:p>
            <a:pPr lvl="1"/>
            <a:r>
              <a:rPr kumimoji="1" lang="ja-JP" altLang="en-US" dirty="0"/>
              <a:t>フラクタル次元が </a:t>
            </a:r>
            <a:r>
              <a:rPr kumimoji="1" lang="en-US" altLang="ja-JP" dirty="0"/>
              <a:t>1 </a:t>
            </a:r>
            <a:r>
              <a:rPr kumimoji="1" lang="ja-JP" altLang="en-US" dirty="0"/>
              <a:t>つに定まらない</a:t>
            </a:r>
            <a:endParaRPr kumimoji="1" lang="en-US" altLang="ja-JP" dirty="0"/>
          </a:p>
          <a:p>
            <a:pPr lvl="2"/>
            <a:r>
              <a:rPr kumimoji="1" lang="en-US" altLang="ja-JP" dirty="0"/>
              <a:t>h(q)</a:t>
            </a:r>
            <a:r>
              <a:rPr kumimoji="1" lang="ja-JP" altLang="en-US" dirty="0"/>
              <a:t>が</a:t>
            </a:r>
            <a:r>
              <a:rPr lang="en-US" altLang="ja-JP" dirty="0"/>
              <a:t>q</a:t>
            </a:r>
            <a:r>
              <a:rPr lang="ja-JP" altLang="en-US" dirty="0"/>
              <a:t>に依存 ⇒ マルチフラクタル</a:t>
            </a:r>
            <a:endParaRPr lang="en-US" altLang="ja-JP" dirty="0"/>
          </a:p>
          <a:p>
            <a:pPr lvl="2"/>
            <a:r>
              <a:rPr lang="en-US" altLang="ja-JP" dirty="0"/>
              <a:t>h</a:t>
            </a:r>
            <a:r>
              <a:rPr kumimoji="1" lang="en-US" altLang="ja-JP" dirty="0"/>
              <a:t>(q)</a:t>
            </a:r>
            <a:r>
              <a:rPr kumimoji="1" lang="ja-JP" altLang="en-US" dirty="0"/>
              <a:t>が定数 ⇒ 単一フラクタル</a:t>
            </a:r>
          </a:p>
        </p:txBody>
      </p:sp>
      <p:pic>
        <p:nvPicPr>
          <p:cNvPr id="5" name="図 4">
            <a:extLst>
              <a:ext uri="{FF2B5EF4-FFF2-40B4-BE49-F238E27FC236}">
                <a16:creationId xmlns:a16="http://schemas.microsoft.com/office/drawing/2014/main" id="{C976D9A3-6722-5BB8-2334-E76FCEEA6BAE}"/>
              </a:ext>
            </a:extLst>
          </p:cNvPr>
          <p:cNvPicPr>
            <a:picLocks noChangeAspect="1"/>
          </p:cNvPicPr>
          <p:nvPr/>
        </p:nvPicPr>
        <p:blipFill>
          <a:blip r:embed="rId2"/>
          <a:stretch>
            <a:fillRect/>
          </a:stretch>
        </p:blipFill>
        <p:spPr>
          <a:xfrm>
            <a:off x="4965410" y="4642730"/>
            <a:ext cx="1608035" cy="549755"/>
          </a:xfrm>
          <a:prstGeom prst="rect">
            <a:avLst/>
          </a:prstGeom>
        </p:spPr>
      </p:pic>
      <p:sp>
        <p:nvSpPr>
          <p:cNvPr id="4" name="スライド番号プレースホルダー 3">
            <a:extLst>
              <a:ext uri="{FF2B5EF4-FFF2-40B4-BE49-F238E27FC236}">
                <a16:creationId xmlns:a16="http://schemas.microsoft.com/office/drawing/2014/main" id="{84A81A42-3013-136F-1050-82E0C9131A44}"/>
              </a:ext>
            </a:extLst>
          </p:cNvPr>
          <p:cNvSpPr>
            <a:spLocks noGrp="1"/>
          </p:cNvSpPr>
          <p:nvPr>
            <p:ph type="sldNum" sz="quarter" idx="12"/>
          </p:nvPr>
        </p:nvSpPr>
        <p:spPr/>
        <p:txBody>
          <a:bodyPr/>
          <a:lstStyle/>
          <a:p>
            <a:fld id="{50D3C8B2-6F41-4419-91EE-BC3E1745F8DC}" type="slidenum">
              <a:rPr kumimoji="1" lang="ja-JP" altLang="en-US" smtClean="0"/>
              <a:t>19</a:t>
            </a:fld>
            <a:endParaRPr kumimoji="1" lang="ja-JP" altLang="en-US"/>
          </a:p>
        </p:txBody>
      </p:sp>
    </p:spTree>
    <p:extLst>
      <p:ext uri="{BB962C8B-B14F-4D97-AF65-F5344CB8AC3E}">
        <p14:creationId xmlns:p14="http://schemas.microsoft.com/office/powerpoint/2010/main" val="1695847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903810-D175-9CA7-C96E-8A2B1C0E3061}"/>
              </a:ext>
            </a:extLst>
          </p:cNvPr>
          <p:cNvSpPr>
            <a:spLocks noGrp="1"/>
          </p:cNvSpPr>
          <p:nvPr>
            <p:ph type="title"/>
          </p:nvPr>
        </p:nvSpPr>
        <p:spPr/>
        <p:txBody>
          <a:bodyPr/>
          <a:lstStyle/>
          <a:p>
            <a:r>
              <a:rPr kumimoji="1" lang="en-US" altLang="ja-JP" dirty="0"/>
              <a:t>MF-DFA</a:t>
            </a:r>
            <a:r>
              <a:rPr kumimoji="1" lang="ja-JP" altLang="en-US" dirty="0"/>
              <a:t>（</a:t>
            </a:r>
            <a:r>
              <a:rPr kumimoji="1" lang="en-US" altLang="ja-JP" dirty="0"/>
              <a:t>Multifractal Detrended Fluctuation Analysis</a:t>
            </a:r>
            <a:r>
              <a:rPr kumimoji="1" lang="ja-JP" altLang="en-US" dirty="0"/>
              <a:t>）（１）</a:t>
            </a:r>
          </a:p>
        </p:txBody>
      </p:sp>
      <p:sp>
        <p:nvSpPr>
          <p:cNvPr id="3" name="コンテンツ プレースホルダー 2">
            <a:extLst>
              <a:ext uri="{FF2B5EF4-FFF2-40B4-BE49-F238E27FC236}">
                <a16:creationId xmlns:a16="http://schemas.microsoft.com/office/drawing/2014/main" id="{D72F93CB-DDCB-2D9E-2261-7D736BEE5D39}"/>
              </a:ext>
            </a:extLst>
          </p:cNvPr>
          <p:cNvSpPr>
            <a:spLocks noGrp="1"/>
          </p:cNvSpPr>
          <p:nvPr>
            <p:ph idx="1"/>
          </p:nvPr>
        </p:nvSpPr>
        <p:spPr>
          <a:xfrm>
            <a:off x="237836" y="1080655"/>
            <a:ext cx="11520054" cy="5429002"/>
          </a:xfrm>
        </p:spPr>
        <p:txBody>
          <a:bodyPr>
            <a:normAutofit/>
          </a:bodyPr>
          <a:lstStyle/>
          <a:p>
            <a:r>
              <a:rPr lang="ja-JP" altLang="en-US" dirty="0"/>
              <a:t>計算ステップ（区間ごとの揺らぎの計算までは</a:t>
            </a:r>
            <a:r>
              <a:rPr lang="en-US" altLang="ja-JP" dirty="0"/>
              <a:t>DFA</a:t>
            </a:r>
            <a:r>
              <a:rPr lang="ja-JP" altLang="en-US" dirty="0"/>
              <a:t>と同様のため省略 ）</a:t>
            </a:r>
            <a:endParaRPr lang="en-US" altLang="ja-JP" dirty="0"/>
          </a:p>
          <a:p>
            <a:pPr lvl="1"/>
            <a:r>
              <a:rPr lang="ja-JP" altLang="en-US" dirty="0"/>
              <a:t>ステップ１</a:t>
            </a:r>
            <a:endParaRPr lang="en-US" altLang="ja-JP" dirty="0"/>
          </a:p>
          <a:p>
            <a:pPr lvl="2"/>
            <a:r>
              <a:rPr lang="en-US" altLang="ja-JP" dirty="0"/>
              <a:t>q</a:t>
            </a:r>
            <a:r>
              <a:rPr lang="ja-JP" altLang="en-US" dirty="0"/>
              <a:t>次変動関数を定義する（モーメント次数</a:t>
            </a:r>
            <a:r>
              <a:rPr lang="en-US" altLang="ja-JP" dirty="0"/>
              <a:t>q</a:t>
            </a:r>
            <a:r>
              <a:rPr lang="ja-JP" altLang="en-US" dirty="0"/>
              <a:t>を導入して</a:t>
            </a:r>
            <a:r>
              <a:rPr lang="en-US" altLang="ja-JP" dirty="0"/>
              <a:t>q</a:t>
            </a:r>
            <a:r>
              <a:rPr lang="ja-JP" altLang="en-US" dirty="0"/>
              <a:t>で重みづけして集約）</a:t>
            </a:r>
            <a:endParaRPr lang="en-US" altLang="ja-JP" dirty="0"/>
          </a:p>
          <a:p>
            <a:pPr lvl="2"/>
            <a:endParaRPr lang="en-US" altLang="ja-JP" dirty="0"/>
          </a:p>
          <a:p>
            <a:pPr lvl="2"/>
            <a:endParaRPr lang="en-US" altLang="ja-JP" dirty="0"/>
          </a:p>
          <a:p>
            <a:pPr lvl="2"/>
            <a:endParaRPr lang="en-US" altLang="ja-JP" dirty="0"/>
          </a:p>
          <a:p>
            <a:pPr lvl="2"/>
            <a:endParaRPr lang="en-US" altLang="ja-JP" dirty="0"/>
          </a:p>
          <a:p>
            <a:pPr lvl="2"/>
            <a:endParaRPr lang="en-US" altLang="ja-JP" dirty="0"/>
          </a:p>
          <a:p>
            <a:pPr marL="914400" lvl="2" indent="0">
              <a:buNone/>
            </a:pPr>
            <a:endParaRPr lang="en-US" altLang="ja-JP" dirty="0"/>
          </a:p>
          <a:p>
            <a:pPr lvl="2"/>
            <a:endParaRPr lang="en-US" altLang="ja-JP" dirty="0"/>
          </a:p>
          <a:p>
            <a:pPr lvl="1"/>
            <a:r>
              <a:rPr lang="ja-JP" altLang="en-US" dirty="0"/>
              <a:t>ステップ２</a:t>
            </a:r>
            <a:endParaRPr lang="en-US" altLang="ja-JP" dirty="0"/>
          </a:p>
          <a:p>
            <a:pPr lvl="2"/>
            <a:r>
              <a:rPr lang="ja-JP" altLang="en-US" dirty="0"/>
              <a:t>スケーリング仮定と一般化ハースト指数</a:t>
            </a:r>
            <a:r>
              <a:rPr lang="en-US" altLang="ja-JP" dirty="0"/>
              <a:t>h(q)</a:t>
            </a:r>
            <a:r>
              <a:rPr lang="ja-JP" altLang="en-US" dirty="0"/>
              <a:t>の推定</a:t>
            </a:r>
            <a:endParaRPr lang="en-US" altLang="ja-JP" dirty="0"/>
          </a:p>
          <a:p>
            <a:pPr lvl="2"/>
            <a:endParaRPr lang="en-US" altLang="ja-JP" dirty="0"/>
          </a:p>
          <a:p>
            <a:pPr marL="914400" lvl="2" indent="0">
              <a:buNone/>
            </a:pPr>
            <a:endParaRPr lang="en-US" altLang="ja-JP" dirty="0"/>
          </a:p>
          <a:p>
            <a:pPr lvl="2"/>
            <a:r>
              <a:rPr lang="ja-JP" altLang="en-US" dirty="0"/>
              <a:t>両辺対数をとって傾きを求める</a:t>
            </a:r>
            <a:endParaRPr lang="en-US" altLang="ja-JP" dirty="0"/>
          </a:p>
          <a:p>
            <a:pPr marL="914400" lvl="2" indent="0">
              <a:buNone/>
            </a:pPr>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F0E6E546-9E89-3AB1-A6A9-EBFD1FDD7E1E}"/>
              </a:ext>
            </a:extLst>
          </p:cNvPr>
          <p:cNvSpPr>
            <a:spLocks noGrp="1"/>
          </p:cNvSpPr>
          <p:nvPr>
            <p:ph type="sldNum" sz="quarter" idx="12"/>
          </p:nvPr>
        </p:nvSpPr>
        <p:spPr/>
        <p:txBody>
          <a:bodyPr/>
          <a:lstStyle/>
          <a:p>
            <a:fld id="{50D3C8B2-6F41-4419-91EE-BC3E1745F8DC}" type="slidenum">
              <a:rPr kumimoji="1" lang="ja-JP" altLang="en-US" smtClean="0"/>
              <a:t>20</a:t>
            </a:fld>
            <a:endParaRPr kumimoji="1" lang="ja-JP" altLang="en-US"/>
          </a:p>
        </p:txBody>
      </p:sp>
      <p:pic>
        <p:nvPicPr>
          <p:cNvPr id="6" name="図 5" descr="テキスト&#10;&#10;AI 生成コンテンツは誤りを含む可能性があります。">
            <a:extLst>
              <a:ext uri="{FF2B5EF4-FFF2-40B4-BE49-F238E27FC236}">
                <a16:creationId xmlns:a16="http://schemas.microsoft.com/office/drawing/2014/main" id="{CE8DEF20-824D-3DA2-608D-378FEFA8C676}"/>
              </a:ext>
            </a:extLst>
          </p:cNvPr>
          <p:cNvPicPr>
            <a:picLocks noChangeAspect="1"/>
          </p:cNvPicPr>
          <p:nvPr/>
        </p:nvPicPr>
        <p:blipFill>
          <a:blip r:embed="rId2"/>
          <a:stretch>
            <a:fillRect/>
          </a:stretch>
        </p:blipFill>
        <p:spPr>
          <a:xfrm>
            <a:off x="3343756" y="2036249"/>
            <a:ext cx="3801314" cy="1131494"/>
          </a:xfrm>
          <a:prstGeom prst="rect">
            <a:avLst/>
          </a:prstGeom>
        </p:spPr>
      </p:pic>
      <p:pic>
        <p:nvPicPr>
          <p:cNvPr id="8" name="図 7">
            <a:extLst>
              <a:ext uri="{FF2B5EF4-FFF2-40B4-BE49-F238E27FC236}">
                <a16:creationId xmlns:a16="http://schemas.microsoft.com/office/drawing/2014/main" id="{B05F31EE-FD1A-E1D7-1701-9EF286BCFF95}"/>
              </a:ext>
            </a:extLst>
          </p:cNvPr>
          <p:cNvPicPr>
            <a:picLocks noChangeAspect="1"/>
          </p:cNvPicPr>
          <p:nvPr/>
        </p:nvPicPr>
        <p:blipFill>
          <a:blip r:embed="rId3"/>
          <a:stretch>
            <a:fillRect/>
          </a:stretch>
        </p:blipFill>
        <p:spPr>
          <a:xfrm>
            <a:off x="7536918" y="2536682"/>
            <a:ext cx="1124107" cy="314369"/>
          </a:xfrm>
          <a:prstGeom prst="rect">
            <a:avLst/>
          </a:prstGeom>
        </p:spPr>
      </p:pic>
      <p:pic>
        <p:nvPicPr>
          <p:cNvPr id="10" name="図 9">
            <a:extLst>
              <a:ext uri="{FF2B5EF4-FFF2-40B4-BE49-F238E27FC236}">
                <a16:creationId xmlns:a16="http://schemas.microsoft.com/office/drawing/2014/main" id="{4DDA1644-B8EA-B90D-B492-B4A31C0BC04F}"/>
              </a:ext>
            </a:extLst>
          </p:cNvPr>
          <p:cNvPicPr>
            <a:picLocks noChangeAspect="1"/>
          </p:cNvPicPr>
          <p:nvPr/>
        </p:nvPicPr>
        <p:blipFill>
          <a:blip r:embed="rId4"/>
          <a:stretch>
            <a:fillRect/>
          </a:stretch>
        </p:blipFill>
        <p:spPr>
          <a:xfrm>
            <a:off x="4673848" y="4834072"/>
            <a:ext cx="1768580" cy="670348"/>
          </a:xfrm>
          <a:prstGeom prst="rect">
            <a:avLst/>
          </a:prstGeom>
        </p:spPr>
      </p:pic>
      <p:pic>
        <p:nvPicPr>
          <p:cNvPr id="12" name="図 11">
            <a:extLst>
              <a:ext uri="{FF2B5EF4-FFF2-40B4-BE49-F238E27FC236}">
                <a16:creationId xmlns:a16="http://schemas.microsoft.com/office/drawing/2014/main" id="{C3A0E2B7-F0B7-DE42-5082-845CFE7E60C4}"/>
              </a:ext>
            </a:extLst>
          </p:cNvPr>
          <p:cNvPicPr>
            <a:picLocks noChangeAspect="1"/>
          </p:cNvPicPr>
          <p:nvPr/>
        </p:nvPicPr>
        <p:blipFill>
          <a:blip r:embed="rId5"/>
          <a:stretch>
            <a:fillRect/>
          </a:stretch>
        </p:blipFill>
        <p:spPr>
          <a:xfrm>
            <a:off x="4013667" y="5818021"/>
            <a:ext cx="3523251" cy="545265"/>
          </a:xfrm>
          <a:prstGeom prst="rect">
            <a:avLst/>
          </a:prstGeom>
        </p:spPr>
      </p:pic>
      <p:pic>
        <p:nvPicPr>
          <p:cNvPr id="14" name="図 13" descr="ダイアグラム&#10;&#10;AI 生成コンテンツは誤りを含む可能性があります。">
            <a:extLst>
              <a:ext uri="{FF2B5EF4-FFF2-40B4-BE49-F238E27FC236}">
                <a16:creationId xmlns:a16="http://schemas.microsoft.com/office/drawing/2014/main" id="{58BE8206-2B79-F49D-539A-07D3ACBCA675}"/>
              </a:ext>
            </a:extLst>
          </p:cNvPr>
          <p:cNvPicPr>
            <a:picLocks noChangeAspect="1"/>
          </p:cNvPicPr>
          <p:nvPr/>
        </p:nvPicPr>
        <p:blipFill>
          <a:blip r:embed="rId6"/>
          <a:stretch>
            <a:fillRect/>
          </a:stretch>
        </p:blipFill>
        <p:spPr>
          <a:xfrm>
            <a:off x="3343756" y="3150834"/>
            <a:ext cx="3566274" cy="1000858"/>
          </a:xfrm>
          <a:prstGeom prst="rect">
            <a:avLst/>
          </a:prstGeom>
        </p:spPr>
      </p:pic>
      <p:pic>
        <p:nvPicPr>
          <p:cNvPr id="16" name="図 15">
            <a:extLst>
              <a:ext uri="{FF2B5EF4-FFF2-40B4-BE49-F238E27FC236}">
                <a16:creationId xmlns:a16="http://schemas.microsoft.com/office/drawing/2014/main" id="{A9805400-CFB6-07B2-3C64-09CBAB2503DA}"/>
              </a:ext>
            </a:extLst>
          </p:cNvPr>
          <p:cNvPicPr>
            <a:picLocks noChangeAspect="1"/>
          </p:cNvPicPr>
          <p:nvPr/>
        </p:nvPicPr>
        <p:blipFill>
          <a:blip r:embed="rId7"/>
          <a:stretch>
            <a:fillRect/>
          </a:stretch>
        </p:blipFill>
        <p:spPr>
          <a:xfrm>
            <a:off x="7512517" y="3460021"/>
            <a:ext cx="2848373" cy="333422"/>
          </a:xfrm>
          <a:prstGeom prst="rect">
            <a:avLst/>
          </a:prstGeom>
        </p:spPr>
      </p:pic>
      <p:sp>
        <p:nvSpPr>
          <p:cNvPr id="17" name="テキスト ボックス 16">
            <a:extLst>
              <a:ext uri="{FF2B5EF4-FFF2-40B4-BE49-F238E27FC236}">
                <a16:creationId xmlns:a16="http://schemas.microsoft.com/office/drawing/2014/main" id="{979869A5-0071-D2E9-3410-5693AACC9A47}"/>
              </a:ext>
            </a:extLst>
          </p:cNvPr>
          <p:cNvSpPr txBox="1"/>
          <p:nvPr/>
        </p:nvSpPr>
        <p:spPr>
          <a:xfrm>
            <a:off x="7408176" y="4079247"/>
            <a:ext cx="4219417" cy="646331"/>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Arial" panose="020B0604020202020204" pitchFamily="34" charset="0"/>
              <a:buChar char="•"/>
            </a:pPr>
            <a:r>
              <a:rPr lang="en-US" altLang="ja-JP" dirty="0"/>
              <a:t>q</a:t>
            </a:r>
            <a:r>
              <a:rPr kumimoji="1" lang="en-US" altLang="ja-JP" dirty="0"/>
              <a:t>&gt;0 </a:t>
            </a:r>
            <a:r>
              <a:rPr kumimoji="1" lang="ja-JP" altLang="en-US" dirty="0"/>
              <a:t>⇒ 大きい</a:t>
            </a:r>
            <a:r>
              <a:rPr kumimoji="1" lang="en-US" altLang="ja-JP" dirty="0"/>
              <a:t>F</a:t>
            </a:r>
            <a:r>
              <a:rPr kumimoji="1" lang="en-US" altLang="ja-JP" baseline="30000" dirty="0"/>
              <a:t>2</a:t>
            </a:r>
            <a:r>
              <a:rPr kumimoji="1" lang="ja-JP" altLang="en-US" dirty="0"/>
              <a:t>を強く押し上げる</a:t>
            </a:r>
            <a:endParaRPr kumimoji="1" lang="en-US" altLang="ja-JP" dirty="0"/>
          </a:p>
          <a:p>
            <a:pPr marL="285750" indent="-285750">
              <a:buFont typeface="Arial" panose="020B0604020202020204" pitchFamily="34" charset="0"/>
              <a:buChar char="•"/>
            </a:pPr>
            <a:r>
              <a:rPr lang="en-US" altLang="ja-JP" dirty="0"/>
              <a:t>q</a:t>
            </a:r>
            <a:r>
              <a:rPr kumimoji="1" lang="en-US" altLang="ja-JP" dirty="0"/>
              <a:t>&lt;0 </a:t>
            </a:r>
            <a:r>
              <a:rPr kumimoji="1" lang="ja-JP" altLang="en-US" dirty="0"/>
              <a:t>⇒ 小さい</a:t>
            </a:r>
            <a:r>
              <a:rPr kumimoji="1" lang="en-US" altLang="ja-JP" dirty="0"/>
              <a:t>F</a:t>
            </a:r>
            <a:r>
              <a:rPr kumimoji="1" lang="en-US" altLang="ja-JP" baseline="30000" dirty="0"/>
              <a:t>2</a:t>
            </a:r>
            <a:r>
              <a:rPr kumimoji="1" lang="ja-JP" altLang="en-US" dirty="0"/>
              <a:t>が相対的に効く</a:t>
            </a:r>
          </a:p>
        </p:txBody>
      </p:sp>
    </p:spTree>
    <p:extLst>
      <p:ext uri="{BB962C8B-B14F-4D97-AF65-F5344CB8AC3E}">
        <p14:creationId xmlns:p14="http://schemas.microsoft.com/office/powerpoint/2010/main" val="1356709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66B73E-7740-40BB-DD0A-E03F7C0DBBAB}"/>
              </a:ext>
            </a:extLst>
          </p:cNvPr>
          <p:cNvSpPr>
            <a:spLocks noGrp="1"/>
          </p:cNvSpPr>
          <p:nvPr>
            <p:ph type="title"/>
          </p:nvPr>
        </p:nvSpPr>
        <p:spPr/>
        <p:txBody>
          <a:bodyPr/>
          <a:lstStyle/>
          <a:p>
            <a:r>
              <a:rPr lang="en-US" altLang="ja-JP" dirty="0"/>
              <a:t>MF-DFA</a:t>
            </a:r>
            <a:r>
              <a:rPr lang="ja-JP" altLang="en-US" dirty="0"/>
              <a:t>の結果</a:t>
            </a:r>
            <a:endParaRPr kumimoji="1" lang="ja-JP" altLang="en-US" dirty="0"/>
          </a:p>
        </p:txBody>
      </p:sp>
      <p:sp>
        <p:nvSpPr>
          <p:cNvPr id="4" name="スライド番号プレースホルダー 3">
            <a:extLst>
              <a:ext uri="{FF2B5EF4-FFF2-40B4-BE49-F238E27FC236}">
                <a16:creationId xmlns:a16="http://schemas.microsoft.com/office/drawing/2014/main" id="{85754C84-BAFB-E340-83C5-3816CF5D4A7D}"/>
              </a:ext>
            </a:extLst>
          </p:cNvPr>
          <p:cNvSpPr>
            <a:spLocks noGrp="1"/>
          </p:cNvSpPr>
          <p:nvPr>
            <p:ph type="sldNum" sz="quarter" idx="12"/>
          </p:nvPr>
        </p:nvSpPr>
        <p:spPr/>
        <p:txBody>
          <a:bodyPr/>
          <a:lstStyle/>
          <a:p>
            <a:fld id="{50D3C8B2-6F41-4419-91EE-BC3E1745F8DC}" type="slidenum">
              <a:rPr kumimoji="1" lang="ja-JP" altLang="en-US" smtClean="0"/>
              <a:t>21</a:t>
            </a:fld>
            <a:endParaRPr kumimoji="1" lang="ja-JP" altLang="en-US"/>
          </a:p>
        </p:txBody>
      </p:sp>
      <p:pic>
        <p:nvPicPr>
          <p:cNvPr id="6" name="図 5" descr="グラフ, 折れ線グラフ&#10;&#10;AI 生成コンテンツは誤りを含む可能性があります。">
            <a:extLst>
              <a:ext uri="{FF2B5EF4-FFF2-40B4-BE49-F238E27FC236}">
                <a16:creationId xmlns:a16="http://schemas.microsoft.com/office/drawing/2014/main" id="{F46E1F51-A7B4-11C0-641E-870B75BB7536}"/>
              </a:ext>
            </a:extLst>
          </p:cNvPr>
          <p:cNvPicPr>
            <a:picLocks noChangeAspect="1"/>
          </p:cNvPicPr>
          <p:nvPr/>
        </p:nvPicPr>
        <p:blipFill>
          <a:blip r:embed="rId2"/>
          <a:stretch>
            <a:fillRect/>
          </a:stretch>
        </p:blipFill>
        <p:spPr>
          <a:xfrm>
            <a:off x="614137" y="1057548"/>
            <a:ext cx="5074395" cy="3010619"/>
          </a:xfrm>
          <a:prstGeom prst="rect">
            <a:avLst/>
          </a:prstGeom>
        </p:spPr>
      </p:pic>
      <p:pic>
        <p:nvPicPr>
          <p:cNvPr id="8" name="図 7" descr="グラフ, 折れ線グラフ&#10;&#10;AI 生成コンテンツは誤りを含む可能性があります。">
            <a:extLst>
              <a:ext uri="{FF2B5EF4-FFF2-40B4-BE49-F238E27FC236}">
                <a16:creationId xmlns:a16="http://schemas.microsoft.com/office/drawing/2014/main" id="{E91565CB-080D-0320-D799-7B9C0D7F902F}"/>
              </a:ext>
            </a:extLst>
          </p:cNvPr>
          <p:cNvPicPr>
            <a:picLocks noChangeAspect="1"/>
          </p:cNvPicPr>
          <p:nvPr/>
        </p:nvPicPr>
        <p:blipFill>
          <a:blip r:embed="rId3"/>
          <a:stretch>
            <a:fillRect/>
          </a:stretch>
        </p:blipFill>
        <p:spPr>
          <a:xfrm>
            <a:off x="6261113" y="1116732"/>
            <a:ext cx="4996709" cy="2892252"/>
          </a:xfrm>
          <a:prstGeom prst="rect">
            <a:avLst/>
          </a:prstGeom>
        </p:spPr>
      </p:pic>
      <p:pic>
        <p:nvPicPr>
          <p:cNvPr id="10" name="図 9" descr="グラフ, 折れ線グラフ&#10;&#10;AI 生成コンテンツは誤りを含む可能性があります。">
            <a:extLst>
              <a:ext uri="{FF2B5EF4-FFF2-40B4-BE49-F238E27FC236}">
                <a16:creationId xmlns:a16="http://schemas.microsoft.com/office/drawing/2014/main" id="{9E07D764-388F-CB98-1B7C-9AA91883DBD4}"/>
              </a:ext>
            </a:extLst>
          </p:cNvPr>
          <p:cNvPicPr>
            <a:picLocks noChangeAspect="1"/>
          </p:cNvPicPr>
          <p:nvPr/>
        </p:nvPicPr>
        <p:blipFill>
          <a:blip r:embed="rId4"/>
          <a:stretch>
            <a:fillRect/>
          </a:stretch>
        </p:blipFill>
        <p:spPr>
          <a:xfrm>
            <a:off x="459510" y="4091275"/>
            <a:ext cx="5229022" cy="2491104"/>
          </a:xfrm>
          <a:prstGeom prst="rect">
            <a:avLst/>
          </a:prstGeom>
        </p:spPr>
      </p:pic>
      <p:pic>
        <p:nvPicPr>
          <p:cNvPr id="12" name="図 11" descr="グラフ, 折れ線グラフ&#10;&#10;AI 生成コンテンツは誤りを含む可能性があります。">
            <a:extLst>
              <a:ext uri="{FF2B5EF4-FFF2-40B4-BE49-F238E27FC236}">
                <a16:creationId xmlns:a16="http://schemas.microsoft.com/office/drawing/2014/main" id="{D1C02CCB-1DF2-504B-D8E7-762693BF7F6E}"/>
              </a:ext>
            </a:extLst>
          </p:cNvPr>
          <p:cNvPicPr>
            <a:picLocks noChangeAspect="1"/>
          </p:cNvPicPr>
          <p:nvPr/>
        </p:nvPicPr>
        <p:blipFill>
          <a:blip r:embed="rId5"/>
          <a:stretch>
            <a:fillRect/>
          </a:stretch>
        </p:blipFill>
        <p:spPr>
          <a:xfrm>
            <a:off x="6197178" y="4107473"/>
            <a:ext cx="5124577" cy="2474906"/>
          </a:xfrm>
          <a:prstGeom prst="rect">
            <a:avLst/>
          </a:prstGeom>
        </p:spPr>
      </p:pic>
    </p:spTree>
    <p:extLst>
      <p:ext uri="{BB962C8B-B14F-4D97-AF65-F5344CB8AC3E}">
        <p14:creationId xmlns:p14="http://schemas.microsoft.com/office/powerpoint/2010/main" val="9258210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F4C532-FE09-2C32-657C-8CF36D089B61}"/>
              </a:ext>
            </a:extLst>
          </p:cNvPr>
          <p:cNvSpPr>
            <a:spLocks noGrp="1"/>
          </p:cNvSpPr>
          <p:nvPr>
            <p:ph type="title"/>
          </p:nvPr>
        </p:nvSpPr>
        <p:spPr/>
        <p:txBody>
          <a:bodyPr/>
          <a:lstStyle/>
          <a:p>
            <a:r>
              <a:rPr kumimoji="1" lang="ja-JP" altLang="en-US" dirty="0"/>
              <a:t>質量指数</a:t>
            </a:r>
          </a:p>
        </p:txBody>
      </p:sp>
      <p:sp>
        <p:nvSpPr>
          <p:cNvPr id="3" name="コンテンツ プレースホルダー 2">
            <a:extLst>
              <a:ext uri="{FF2B5EF4-FFF2-40B4-BE49-F238E27FC236}">
                <a16:creationId xmlns:a16="http://schemas.microsoft.com/office/drawing/2014/main" id="{EC54CC29-7CB5-9408-141B-D470A7B2E310}"/>
              </a:ext>
            </a:extLst>
          </p:cNvPr>
          <p:cNvSpPr>
            <a:spLocks noGrp="1"/>
          </p:cNvSpPr>
          <p:nvPr>
            <p:ph idx="1"/>
          </p:nvPr>
        </p:nvSpPr>
        <p:spPr>
          <a:xfrm>
            <a:off x="237836" y="1080655"/>
            <a:ext cx="11520054" cy="1804060"/>
          </a:xfrm>
        </p:spPr>
        <p:txBody>
          <a:bodyPr>
            <a:normAutofit/>
          </a:bodyPr>
          <a:lstStyle/>
          <a:p>
            <a:r>
              <a:rPr kumimoji="1" lang="ja-JP" altLang="en-US" dirty="0"/>
              <a:t>質量指数</a:t>
            </a:r>
            <a:endParaRPr kumimoji="1" lang="en-US" altLang="ja-JP" dirty="0"/>
          </a:p>
          <a:p>
            <a:pPr marL="0" indent="0">
              <a:buNone/>
            </a:pPr>
            <a:endParaRPr kumimoji="1" lang="en-US" altLang="ja-JP" dirty="0"/>
          </a:p>
          <a:p>
            <a:r>
              <a:rPr kumimoji="1" lang="ja-JP" altLang="en-US" dirty="0"/>
              <a:t>性質</a:t>
            </a:r>
            <a:endParaRPr kumimoji="1" lang="en-US" altLang="ja-JP" dirty="0"/>
          </a:p>
          <a:p>
            <a:pPr lvl="1"/>
            <a:r>
              <a:rPr lang="ja-JP" altLang="en-US" dirty="0"/>
              <a:t>直線：モノフラクタル</a:t>
            </a:r>
            <a:endParaRPr lang="en-US" altLang="ja-JP" dirty="0"/>
          </a:p>
          <a:p>
            <a:pPr lvl="1"/>
            <a:r>
              <a:rPr kumimoji="1" lang="ja-JP" altLang="en-US" dirty="0"/>
              <a:t>明確な曲線（下に凸）：マルチフラクタル</a:t>
            </a:r>
          </a:p>
        </p:txBody>
      </p:sp>
      <p:sp>
        <p:nvSpPr>
          <p:cNvPr id="4" name="スライド番号プレースホルダー 3">
            <a:extLst>
              <a:ext uri="{FF2B5EF4-FFF2-40B4-BE49-F238E27FC236}">
                <a16:creationId xmlns:a16="http://schemas.microsoft.com/office/drawing/2014/main" id="{D8F0923E-4425-D579-C359-A82355B5B7E9}"/>
              </a:ext>
            </a:extLst>
          </p:cNvPr>
          <p:cNvSpPr>
            <a:spLocks noGrp="1"/>
          </p:cNvSpPr>
          <p:nvPr>
            <p:ph type="sldNum" sz="quarter" idx="12"/>
          </p:nvPr>
        </p:nvSpPr>
        <p:spPr/>
        <p:txBody>
          <a:bodyPr/>
          <a:lstStyle/>
          <a:p>
            <a:fld id="{50D3C8B2-6F41-4419-91EE-BC3E1745F8DC}" type="slidenum">
              <a:rPr kumimoji="1" lang="ja-JP" altLang="en-US" smtClean="0"/>
              <a:t>22</a:t>
            </a:fld>
            <a:endParaRPr kumimoji="1" lang="ja-JP" altLang="en-US"/>
          </a:p>
        </p:txBody>
      </p:sp>
      <p:pic>
        <p:nvPicPr>
          <p:cNvPr id="6" name="図 5">
            <a:extLst>
              <a:ext uri="{FF2B5EF4-FFF2-40B4-BE49-F238E27FC236}">
                <a16:creationId xmlns:a16="http://schemas.microsoft.com/office/drawing/2014/main" id="{7AF2C745-3240-5EEC-3451-4F7AE85D66E0}"/>
              </a:ext>
            </a:extLst>
          </p:cNvPr>
          <p:cNvPicPr>
            <a:picLocks noChangeAspect="1"/>
          </p:cNvPicPr>
          <p:nvPr/>
        </p:nvPicPr>
        <p:blipFill>
          <a:blip r:embed="rId2"/>
          <a:stretch>
            <a:fillRect/>
          </a:stretch>
        </p:blipFill>
        <p:spPr>
          <a:xfrm>
            <a:off x="2393381" y="1131084"/>
            <a:ext cx="2483419" cy="528083"/>
          </a:xfrm>
          <a:prstGeom prst="rect">
            <a:avLst/>
          </a:prstGeom>
        </p:spPr>
      </p:pic>
      <p:pic>
        <p:nvPicPr>
          <p:cNvPr id="8" name="図 7" descr="グラフ, 折れ線グラフ&#10;&#10;AI 生成コンテンツは誤りを含む可能性があります。">
            <a:extLst>
              <a:ext uri="{FF2B5EF4-FFF2-40B4-BE49-F238E27FC236}">
                <a16:creationId xmlns:a16="http://schemas.microsoft.com/office/drawing/2014/main" id="{6ABCE65A-F886-120E-811D-035A094FCFD2}"/>
              </a:ext>
            </a:extLst>
          </p:cNvPr>
          <p:cNvPicPr>
            <a:picLocks noChangeAspect="1"/>
          </p:cNvPicPr>
          <p:nvPr/>
        </p:nvPicPr>
        <p:blipFill>
          <a:blip r:embed="rId3"/>
          <a:stretch>
            <a:fillRect/>
          </a:stretch>
        </p:blipFill>
        <p:spPr>
          <a:xfrm>
            <a:off x="139697" y="3291042"/>
            <a:ext cx="5858165" cy="2935665"/>
          </a:xfrm>
          <a:prstGeom prst="rect">
            <a:avLst/>
          </a:prstGeom>
        </p:spPr>
      </p:pic>
      <p:pic>
        <p:nvPicPr>
          <p:cNvPr id="10" name="図 9" descr="グラフ, 折れ線グラフ&#10;&#10;AI 生成コンテンツは誤りを含む可能性があります。">
            <a:extLst>
              <a:ext uri="{FF2B5EF4-FFF2-40B4-BE49-F238E27FC236}">
                <a16:creationId xmlns:a16="http://schemas.microsoft.com/office/drawing/2014/main" id="{F146F419-E9A1-8EAD-6FAF-73024589FE21}"/>
              </a:ext>
            </a:extLst>
          </p:cNvPr>
          <p:cNvPicPr>
            <a:picLocks noChangeAspect="1"/>
          </p:cNvPicPr>
          <p:nvPr/>
        </p:nvPicPr>
        <p:blipFill>
          <a:blip r:embed="rId4"/>
          <a:stretch>
            <a:fillRect/>
          </a:stretch>
        </p:blipFill>
        <p:spPr>
          <a:xfrm>
            <a:off x="5997862" y="3341471"/>
            <a:ext cx="5858165" cy="2834806"/>
          </a:xfrm>
          <a:prstGeom prst="rect">
            <a:avLst/>
          </a:prstGeom>
        </p:spPr>
      </p:pic>
    </p:spTree>
    <p:extLst>
      <p:ext uri="{BB962C8B-B14F-4D97-AF65-F5344CB8AC3E}">
        <p14:creationId xmlns:p14="http://schemas.microsoft.com/office/powerpoint/2010/main" val="3838983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953D88-34FC-735B-3C14-5BA0E3CE6B7C}"/>
              </a:ext>
            </a:extLst>
          </p:cNvPr>
          <p:cNvSpPr>
            <a:spLocks noGrp="1"/>
          </p:cNvSpPr>
          <p:nvPr>
            <p:ph type="title"/>
          </p:nvPr>
        </p:nvSpPr>
        <p:spPr/>
        <p:txBody>
          <a:bodyPr/>
          <a:lstStyle/>
          <a:p>
            <a:r>
              <a:rPr kumimoji="1" lang="ja-JP" altLang="en-US" dirty="0"/>
              <a:t>マルチフラクタルスペクトル</a:t>
            </a:r>
          </a:p>
        </p:txBody>
      </p:sp>
      <p:sp>
        <p:nvSpPr>
          <p:cNvPr id="3" name="コンテンツ プレースホルダー 2">
            <a:extLst>
              <a:ext uri="{FF2B5EF4-FFF2-40B4-BE49-F238E27FC236}">
                <a16:creationId xmlns:a16="http://schemas.microsoft.com/office/drawing/2014/main" id="{194976E7-F2C4-AFA2-E113-9308A93A2719}"/>
              </a:ext>
            </a:extLst>
          </p:cNvPr>
          <p:cNvSpPr>
            <a:spLocks noGrp="1"/>
          </p:cNvSpPr>
          <p:nvPr>
            <p:ph idx="1"/>
          </p:nvPr>
        </p:nvSpPr>
        <p:spPr>
          <a:xfrm>
            <a:off x="237836" y="1080655"/>
            <a:ext cx="4824021" cy="1809908"/>
          </a:xfrm>
        </p:spPr>
        <p:txBody>
          <a:bodyPr/>
          <a:lstStyle/>
          <a:p>
            <a:r>
              <a:rPr kumimoji="1" lang="ja-JP" altLang="en-US" dirty="0"/>
              <a:t>定義</a:t>
            </a:r>
            <a:endParaRPr kumimoji="1" lang="en-US" altLang="ja-JP" dirty="0"/>
          </a:p>
          <a:p>
            <a:endParaRPr lang="en-US" altLang="ja-JP" dirty="0"/>
          </a:p>
          <a:p>
            <a:pPr marL="0" indent="0">
              <a:buNone/>
            </a:pPr>
            <a:endParaRPr kumimoji="1" lang="en-US" altLang="ja-JP" dirty="0"/>
          </a:p>
        </p:txBody>
      </p:sp>
      <p:sp>
        <p:nvSpPr>
          <p:cNvPr id="4" name="スライド番号プレースホルダー 3">
            <a:extLst>
              <a:ext uri="{FF2B5EF4-FFF2-40B4-BE49-F238E27FC236}">
                <a16:creationId xmlns:a16="http://schemas.microsoft.com/office/drawing/2014/main" id="{11622154-641E-F0A1-818B-DC9528ADA667}"/>
              </a:ext>
            </a:extLst>
          </p:cNvPr>
          <p:cNvSpPr>
            <a:spLocks noGrp="1"/>
          </p:cNvSpPr>
          <p:nvPr>
            <p:ph type="sldNum" sz="quarter" idx="12"/>
          </p:nvPr>
        </p:nvSpPr>
        <p:spPr/>
        <p:txBody>
          <a:bodyPr/>
          <a:lstStyle/>
          <a:p>
            <a:fld id="{50D3C8B2-6F41-4419-91EE-BC3E1745F8DC}" type="slidenum">
              <a:rPr kumimoji="1" lang="ja-JP" altLang="en-US" smtClean="0"/>
              <a:t>23</a:t>
            </a:fld>
            <a:endParaRPr kumimoji="1" lang="ja-JP" altLang="en-US"/>
          </a:p>
        </p:txBody>
      </p:sp>
      <p:pic>
        <p:nvPicPr>
          <p:cNvPr id="6" name="図 5" descr="テキスト&#10;&#10;AI 生成コンテンツは誤りを含む可能性があります。">
            <a:extLst>
              <a:ext uri="{FF2B5EF4-FFF2-40B4-BE49-F238E27FC236}">
                <a16:creationId xmlns:a16="http://schemas.microsoft.com/office/drawing/2014/main" id="{2C660879-D5BB-984E-5A44-041E90BB626B}"/>
              </a:ext>
            </a:extLst>
          </p:cNvPr>
          <p:cNvPicPr>
            <a:picLocks noChangeAspect="1"/>
          </p:cNvPicPr>
          <p:nvPr/>
        </p:nvPicPr>
        <p:blipFill>
          <a:blip r:embed="rId2"/>
          <a:stretch>
            <a:fillRect/>
          </a:stretch>
        </p:blipFill>
        <p:spPr>
          <a:xfrm>
            <a:off x="393781" y="1420947"/>
            <a:ext cx="2882818" cy="734002"/>
          </a:xfrm>
          <a:prstGeom prst="rect">
            <a:avLst/>
          </a:prstGeom>
        </p:spPr>
      </p:pic>
      <p:pic>
        <p:nvPicPr>
          <p:cNvPr id="8" name="図 7" descr="グラフ, 折れ線グラフ&#10;&#10;AI 生成コンテンツは誤りを含む可能性があります。">
            <a:extLst>
              <a:ext uri="{FF2B5EF4-FFF2-40B4-BE49-F238E27FC236}">
                <a16:creationId xmlns:a16="http://schemas.microsoft.com/office/drawing/2014/main" id="{FBC8BF52-0695-57A5-D8A0-429D9157803F}"/>
              </a:ext>
            </a:extLst>
          </p:cNvPr>
          <p:cNvPicPr>
            <a:picLocks noChangeAspect="1"/>
          </p:cNvPicPr>
          <p:nvPr/>
        </p:nvPicPr>
        <p:blipFill>
          <a:blip r:embed="rId3"/>
          <a:stretch>
            <a:fillRect/>
          </a:stretch>
        </p:blipFill>
        <p:spPr>
          <a:xfrm>
            <a:off x="2374479" y="3711494"/>
            <a:ext cx="3547350" cy="2977540"/>
          </a:xfrm>
          <a:prstGeom prst="rect">
            <a:avLst/>
          </a:prstGeom>
        </p:spPr>
      </p:pic>
      <p:pic>
        <p:nvPicPr>
          <p:cNvPr id="10" name="図 9" descr="グラフ, 折れ線グラフ&#10;&#10;AI 生成コンテンツは誤りを含む可能性があります。">
            <a:extLst>
              <a:ext uri="{FF2B5EF4-FFF2-40B4-BE49-F238E27FC236}">
                <a16:creationId xmlns:a16="http://schemas.microsoft.com/office/drawing/2014/main" id="{800D130C-25AE-497C-1EA9-12111B253A55}"/>
              </a:ext>
            </a:extLst>
          </p:cNvPr>
          <p:cNvPicPr>
            <a:picLocks noChangeAspect="1"/>
          </p:cNvPicPr>
          <p:nvPr/>
        </p:nvPicPr>
        <p:blipFill>
          <a:blip r:embed="rId4"/>
          <a:stretch>
            <a:fillRect/>
          </a:stretch>
        </p:blipFill>
        <p:spPr>
          <a:xfrm>
            <a:off x="6530513" y="3753490"/>
            <a:ext cx="3547349" cy="2935544"/>
          </a:xfrm>
          <a:prstGeom prst="rect">
            <a:avLst/>
          </a:prstGeom>
        </p:spPr>
      </p:pic>
      <p:sp>
        <p:nvSpPr>
          <p:cNvPr id="11" name="コンテンツ プレースホルダー 2">
            <a:extLst>
              <a:ext uri="{FF2B5EF4-FFF2-40B4-BE49-F238E27FC236}">
                <a16:creationId xmlns:a16="http://schemas.microsoft.com/office/drawing/2014/main" id="{3C92E571-D42F-0742-2F46-FE01240DEC18}"/>
              </a:ext>
            </a:extLst>
          </p:cNvPr>
          <p:cNvSpPr txBox="1">
            <a:spLocks/>
          </p:cNvSpPr>
          <p:nvPr/>
        </p:nvSpPr>
        <p:spPr>
          <a:xfrm>
            <a:off x="7386452" y="1419336"/>
            <a:ext cx="4664033" cy="11061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非対称性</a:t>
            </a:r>
            <a:endParaRPr lang="en-US" altLang="ja-JP" dirty="0"/>
          </a:p>
          <a:p>
            <a:pPr lvl="1"/>
            <a:r>
              <a:rPr lang="ja-JP" altLang="en-US" dirty="0"/>
              <a:t>左に長い⇒大変動・クラッシュ主導</a:t>
            </a:r>
            <a:endParaRPr lang="en-US" altLang="ja-JP" dirty="0"/>
          </a:p>
          <a:p>
            <a:pPr lvl="1"/>
            <a:r>
              <a:rPr lang="ja-JP" altLang="en-US" dirty="0"/>
              <a:t>右に長い⇒小変動・平常時主導</a:t>
            </a:r>
            <a:endParaRPr lang="en-US" altLang="ja-JP" dirty="0"/>
          </a:p>
        </p:txBody>
      </p:sp>
      <p:sp>
        <p:nvSpPr>
          <p:cNvPr id="12" name="コンテンツ プレースホルダー 2">
            <a:extLst>
              <a:ext uri="{FF2B5EF4-FFF2-40B4-BE49-F238E27FC236}">
                <a16:creationId xmlns:a16="http://schemas.microsoft.com/office/drawing/2014/main" id="{BA726CCF-8A91-ECC8-C668-25BBFE1B93B9}"/>
              </a:ext>
            </a:extLst>
          </p:cNvPr>
          <p:cNvSpPr txBox="1">
            <a:spLocks/>
          </p:cNvSpPr>
          <p:nvPr/>
        </p:nvSpPr>
        <p:spPr>
          <a:xfrm>
            <a:off x="3389001" y="1080655"/>
            <a:ext cx="4262580" cy="18099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性質</a:t>
            </a:r>
            <a:endParaRPr lang="en-US" altLang="ja-JP" dirty="0"/>
          </a:p>
          <a:p>
            <a:pPr lvl="1"/>
            <a:r>
              <a:rPr lang="ja-JP" altLang="en-US" dirty="0"/>
              <a:t>強さ（幅）</a:t>
            </a:r>
            <a:endParaRPr lang="en-US" altLang="ja-JP" dirty="0"/>
          </a:p>
          <a:p>
            <a:pPr lvl="2"/>
            <a:r>
              <a:rPr lang="ja-JP" altLang="en-US" dirty="0"/>
              <a:t>小さい⇒モノフラクタル</a:t>
            </a:r>
            <a:endParaRPr lang="en-US" altLang="ja-JP" dirty="0"/>
          </a:p>
          <a:p>
            <a:pPr lvl="2"/>
            <a:r>
              <a:rPr lang="ja-JP" altLang="en-US" dirty="0"/>
              <a:t>大きい⇒マルチフラクタル</a:t>
            </a:r>
            <a:endParaRPr lang="en-US" altLang="ja-JP" dirty="0"/>
          </a:p>
        </p:txBody>
      </p:sp>
      <p:sp>
        <p:nvSpPr>
          <p:cNvPr id="13" name="コンテンツ プレースホルダー 2">
            <a:extLst>
              <a:ext uri="{FF2B5EF4-FFF2-40B4-BE49-F238E27FC236}">
                <a16:creationId xmlns:a16="http://schemas.microsoft.com/office/drawing/2014/main" id="{843E80DA-92D5-026C-01A7-3C38C0B426E3}"/>
              </a:ext>
            </a:extLst>
          </p:cNvPr>
          <p:cNvSpPr txBox="1">
            <a:spLocks/>
          </p:cNvSpPr>
          <p:nvPr/>
        </p:nvSpPr>
        <p:spPr>
          <a:xfrm>
            <a:off x="3892138" y="2551435"/>
            <a:ext cx="4664033" cy="11061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山の高さ</a:t>
            </a:r>
            <a:endParaRPr lang="en-US" altLang="ja-JP" dirty="0"/>
          </a:p>
          <a:p>
            <a:pPr lvl="1"/>
            <a:r>
              <a:rPr lang="ja-JP" altLang="en-US" dirty="0"/>
              <a:t>高い⇒特定の</a:t>
            </a:r>
            <a:r>
              <a:rPr lang="en-US" altLang="ja-JP" dirty="0"/>
              <a:t>α</a:t>
            </a:r>
            <a:r>
              <a:rPr lang="ja-JP" altLang="en-US" dirty="0"/>
              <a:t>が支配的</a:t>
            </a:r>
            <a:endParaRPr lang="en-US" altLang="ja-JP" dirty="0"/>
          </a:p>
          <a:p>
            <a:pPr lvl="1"/>
            <a:r>
              <a:rPr lang="ja-JP" altLang="en-US" dirty="0"/>
              <a:t>平たい⇒多様な状態が混在</a:t>
            </a:r>
            <a:endParaRPr lang="en-US" altLang="ja-JP" dirty="0"/>
          </a:p>
        </p:txBody>
      </p:sp>
      <p:pic>
        <p:nvPicPr>
          <p:cNvPr id="15" name="図 14">
            <a:extLst>
              <a:ext uri="{FF2B5EF4-FFF2-40B4-BE49-F238E27FC236}">
                <a16:creationId xmlns:a16="http://schemas.microsoft.com/office/drawing/2014/main" id="{988C0766-A4FF-52FE-173F-91477CE6A774}"/>
              </a:ext>
            </a:extLst>
          </p:cNvPr>
          <p:cNvPicPr>
            <a:picLocks noChangeAspect="1"/>
          </p:cNvPicPr>
          <p:nvPr/>
        </p:nvPicPr>
        <p:blipFill>
          <a:blip r:embed="rId5"/>
          <a:stretch>
            <a:fillRect/>
          </a:stretch>
        </p:blipFill>
        <p:spPr>
          <a:xfrm>
            <a:off x="5305028" y="1315912"/>
            <a:ext cx="1825117" cy="382510"/>
          </a:xfrm>
          <a:prstGeom prst="rect">
            <a:avLst/>
          </a:prstGeom>
        </p:spPr>
      </p:pic>
    </p:spTree>
    <p:extLst>
      <p:ext uri="{BB962C8B-B14F-4D97-AF65-F5344CB8AC3E}">
        <p14:creationId xmlns:p14="http://schemas.microsoft.com/office/powerpoint/2010/main" val="2446557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グラフィカル ユーザー インターフェイス, テキスト, アプリケーション, メール&#10;&#10;AI 生成コンテンツは誤りを含む可能性があります。">
            <a:extLst>
              <a:ext uri="{FF2B5EF4-FFF2-40B4-BE49-F238E27FC236}">
                <a16:creationId xmlns:a16="http://schemas.microsoft.com/office/drawing/2014/main" id="{E8B3B2A3-17E3-3CC3-4BE9-EACE9DBCACFB}"/>
              </a:ext>
            </a:extLst>
          </p:cNvPr>
          <p:cNvPicPr>
            <a:picLocks noChangeAspect="1"/>
          </p:cNvPicPr>
          <p:nvPr/>
        </p:nvPicPr>
        <p:blipFill>
          <a:blip r:embed="rId2"/>
          <a:stretch>
            <a:fillRect/>
          </a:stretch>
        </p:blipFill>
        <p:spPr>
          <a:xfrm>
            <a:off x="446617" y="304364"/>
            <a:ext cx="7602011" cy="3124636"/>
          </a:xfrm>
          <a:prstGeom prst="rect">
            <a:avLst/>
          </a:prstGeom>
        </p:spPr>
      </p:pic>
      <p:pic>
        <p:nvPicPr>
          <p:cNvPr id="5" name="図 4" descr="グラフィカル ユーザー インターフェイス, テキスト, アプリケーション, メール&#10;&#10;AI 生成コンテンツは誤りを含む可能性があります。">
            <a:extLst>
              <a:ext uri="{FF2B5EF4-FFF2-40B4-BE49-F238E27FC236}">
                <a16:creationId xmlns:a16="http://schemas.microsoft.com/office/drawing/2014/main" id="{CB684720-1622-F8B5-FC21-4CCD44A101CB}"/>
              </a:ext>
            </a:extLst>
          </p:cNvPr>
          <p:cNvPicPr>
            <a:picLocks noChangeAspect="1"/>
          </p:cNvPicPr>
          <p:nvPr/>
        </p:nvPicPr>
        <p:blipFill>
          <a:blip r:embed="rId3"/>
          <a:stretch>
            <a:fillRect/>
          </a:stretch>
        </p:blipFill>
        <p:spPr>
          <a:xfrm>
            <a:off x="6662359" y="2661317"/>
            <a:ext cx="5420481" cy="3982006"/>
          </a:xfrm>
          <a:prstGeom prst="rect">
            <a:avLst/>
          </a:prstGeom>
        </p:spPr>
      </p:pic>
      <p:sp>
        <p:nvSpPr>
          <p:cNvPr id="2" name="スライド番号プレースホルダー 1">
            <a:extLst>
              <a:ext uri="{FF2B5EF4-FFF2-40B4-BE49-F238E27FC236}">
                <a16:creationId xmlns:a16="http://schemas.microsoft.com/office/drawing/2014/main" id="{1DB1E79D-2D1D-5201-142E-4B75832AE622}"/>
              </a:ext>
            </a:extLst>
          </p:cNvPr>
          <p:cNvSpPr>
            <a:spLocks noGrp="1"/>
          </p:cNvSpPr>
          <p:nvPr>
            <p:ph type="sldNum" sz="quarter" idx="12"/>
          </p:nvPr>
        </p:nvSpPr>
        <p:spPr/>
        <p:txBody>
          <a:bodyPr/>
          <a:lstStyle/>
          <a:p>
            <a:fld id="{50D3C8B2-6F41-4419-91EE-BC3E1745F8DC}" type="slidenum">
              <a:rPr kumimoji="1" lang="ja-JP" altLang="en-US" smtClean="0"/>
              <a:t>24</a:t>
            </a:fld>
            <a:endParaRPr kumimoji="1" lang="ja-JP" altLang="en-US"/>
          </a:p>
        </p:txBody>
      </p:sp>
    </p:spTree>
    <p:extLst>
      <p:ext uri="{BB962C8B-B14F-4D97-AF65-F5344CB8AC3E}">
        <p14:creationId xmlns:p14="http://schemas.microsoft.com/office/powerpoint/2010/main" val="408767572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383</TotalTime>
  <Words>1477</Words>
  <Application>Microsoft Office PowerPoint</Application>
  <PresentationFormat>ワイド画面</PresentationFormat>
  <Paragraphs>269</Paragraphs>
  <Slides>24</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24</vt:i4>
      </vt:variant>
    </vt:vector>
  </HeadingPairs>
  <TitlesOfParts>
    <vt:vector size="29" baseType="lpstr">
      <vt:lpstr>Google Sans Text</vt:lpstr>
      <vt:lpstr>游ゴシック</vt:lpstr>
      <vt:lpstr>游ゴシック Light</vt:lpstr>
      <vt:lpstr>Arial</vt:lpstr>
      <vt:lpstr>Office テーマ</vt:lpstr>
      <vt:lpstr>マルチフラクタルについて</vt:lpstr>
      <vt:lpstr>はじめに</vt:lpstr>
      <vt:lpstr>ハースト指数とは</vt:lpstr>
      <vt:lpstr>非整数ブラウン運動</vt:lpstr>
      <vt:lpstr>フラクタル次元との関係</vt:lpstr>
      <vt:lpstr>フラクタル次元の例</vt:lpstr>
      <vt:lpstr>ハースト指数の計測方法</vt:lpstr>
      <vt:lpstr>R/S解析（１）</vt:lpstr>
      <vt:lpstr>R/S解析（２）</vt:lpstr>
      <vt:lpstr>DFA（Detrended Fluctuation Analysis）（１）</vt:lpstr>
      <vt:lpstr>DFA（Detrended Fluctuation Analysis）（２）</vt:lpstr>
      <vt:lpstr>DFA（Detrended Fluctuation Analysis）（３）</vt:lpstr>
      <vt:lpstr>DFA（Detrended Fluctuation Analysis）（４）</vt:lpstr>
      <vt:lpstr>R/S解析でのHの推定値（ランダムウォーク）</vt:lpstr>
      <vt:lpstr>DFAでのHの推定値（ランダムウォーク）</vt:lpstr>
      <vt:lpstr>R/SとDFAの比較</vt:lpstr>
      <vt:lpstr>ドル円のハースト指数の計測</vt:lpstr>
      <vt:lpstr>各セグメント分散の例</vt:lpstr>
      <vt:lpstr>マルチフラクタル</vt:lpstr>
      <vt:lpstr>MF-DFA（Multifractal Detrended Fluctuation Analysis）（１）</vt:lpstr>
      <vt:lpstr>MF-DFAの結果</vt:lpstr>
      <vt:lpstr>質量指数</vt:lpstr>
      <vt:lpstr>マルチフラクタルスペクトル</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泰弘 仲山</dc:creator>
  <cp:lastModifiedBy>泰弘 仲山</cp:lastModifiedBy>
  <cp:revision>1</cp:revision>
  <dcterms:created xsi:type="dcterms:W3CDTF">2025-12-21T14:22:04Z</dcterms:created>
  <dcterms:modified xsi:type="dcterms:W3CDTF">2025-12-24T15:39:26Z</dcterms:modified>
</cp:coreProperties>
</file>
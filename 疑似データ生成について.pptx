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72" r:id="rId2"/>
    <p:sldId id="273" r:id="rId3"/>
    <p:sldId id="287" r:id="rId4"/>
    <p:sldId id="289" r:id="rId5"/>
    <p:sldId id="288" r:id="rId6"/>
    <p:sldId id="283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1pPr>
    <a:lvl2pPr marL="0" marR="0" indent="228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2pPr>
    <a:lvl3pPr marL="0" marR="0" indent="457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3pPr>
    <a:lvl4pPr marL="0" marR="0" indent="685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4pPr>
    <a:lvl5pPr marL="0" marR="0" indent="9144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5pPr>
    <a:lvl6pPr marL="0" marR="0" indent="11430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6pPr>
    <a:lvl7pPr marL="0" marR="0" indent="13716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7pPr>
    <a:lvl8pPr marL="0" marR="0" indent="16002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8pPr>
    <a:lvl9pPr marL="0" marR="0" indent="1828800" algn="l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1" i="0" u="none" strike="noStrike" cap="none" spc="0" normalizeH="0" baseline="0">
        <a:ln>
          <a:noFill/>
        </a:ln>
        <a:solidFill>
          <a:srgbClr val="FFF5E3"/>
        </a:solidFill>
        <a:effectLst/>
        <a:uFillTx/>
        <a:latin typeface="+mn-lt"/>
        <a:ea typeface="+mn-ea"/>
        <a:cs typeface="+mn-cs"/>
        <a:sym typeface="Avenir Nex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191D21-3BA5-4727-B706-660E4B75256E}" v="66" dt="2026-01-13T16:27:25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/>
    <p:restoredTop sz="94650"/>
  </p:normalViewPr>
  <p:slideViewPr>
    <p:cSldViewPr snapToGrid="0" snapToObjects="1" showGuides="1">
      <p:cViewPr varScale="1">
        <p:scale>
          <a:sx n="70" d="100"/>
          <a:sy n="70" d="100"/>
        </p:scale>
        <p:origin x="1186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泰弘 仲山" userId="857b4835f3abfbd8" providerId="LiveId" clId="{1719127F-B280-47D0-B899-2028F4F2809D}"/>
    <pc:docChg chg="undo custSel addSld delSld modSld">
      <pc:chgData name="泰弘 仲山" userId="857b4835f3abfbd8" providerId="LiveId" clId="{1719127F-B280-47D0-B899-2028F4F2809D}" dt="2026-01-13T16:27:25.806" v="618" actId="20577"/>
      <pc:docMkLst>
        <pc:docMk/>
      </pc:docMkLst>
      <pc:sldChg chg="modSp del mod">
        <pc:chgData name="泰弘 仲山" userId="857b4835f3abfbd8" providerId="LiveId" clId="{1719127F-B280-47D0-B899-2028F4F2809D}" dt="2026-01-13T16:10:08.069" v="402" actId="47"/>
        <pc:sldMkLst>
          <pc:docMk/>
          <pc:sldMk cId="1228118936" sldId="263"/>
        </pc:sldMkLst>
        <pc:spChg chg="mod">
          <ac:chgData name="泰弘 仲山" userId="857b4835f3abfbd8" providerId="LiveId" clId="{1719127F-B280-47D0-B899-2028F4F2809D}" dt="2026-01-13T15:51:23.571" v="39" actId="20577"/>
          <ac:spMkLst>
            <pc:docMk/>
            <pc:sldMk cId="1228118936" sldId="263"/>
            <ac:spMk id="3" creationId="{2A0917FC-8D77-3A46-99E4-DE5C13EF5D89}"/>
          </ac:spMkLst>
        </pc:spChg>
      </pc:sldChg>
      <pc:sldChg chg="modSp mod">
        <pc:chgData name="泰弘 仲山" userId="857b4835f3abfbd8" providerId="LiveId" clId="{1719127F-B280-47D0-B899-2028F4F2809D}" dt="2026-01-13T16:15:09.459" v="553" actId="15"/>
        <pc:sldMkLst>
          <pc:docMk/>
          <pc:sldMk cId="892971875" sldId="272"/>
        </pc:sldMkLst>
        <pc:spChg chg="mod">
          <ac:chgData name="泰弘 仲山" userId="857b4835f3abfbd8" providerId="LiveId" clId="{1719127F-B280-47D0-B899-2028F4F2809D}" dt="2026-01-13T16:10:05.048" v="401" actId="20577"/>
          <ac:spMkLst>
            <pc:docMk/>
            <pc:sldMk cId="892971875" sldId="272"/>
            <ac:spMk id="2" creationId="{54430F1E-A07F-ED4A-BC74-FBFF4958EFF8}"/>
          </ac:spMkLst>
        </pc:spChg>
        <pc:spChg chg="mod">
          <ac:chgData name="泰弘 仲山" userId="857b4835f3abfbd8" providerId="LiveId" clId="{1719127F-B280-47D0-B899-2028F4F2809D}" dt="2026-01-13T16:15:09.459" v="553" actId="15"/>
          <ac:spMkLst>
            <pc:docMk/>
            <pc:sldMk cId="892971875" sldId="272"/>
            <ac:spMk id="4" creationId="{49963084-33EE-F44A-AEFF-1D10B747065B}"/>
          </ac:spMkLst>
        </pc:spChg>
      </pc:sldChg>
      <pc:sldChg chg="addSp delSp modSp mod">
        <pc:chgData name="泰弘 仲山" userId="857b4835f3abfbd8" providerId="LiveId" clId="{1719127F-B280-47D0-B899-2028F4F2809D}" dt="2026-01-13T16:14:45.476" v="532" actId="20577"/>
        <pc:sldMkLst>
          <pc:docMk/>
          <pc:sldMk cId="451883138" sldId="273"/>
        </pc:sldMkLst>
        <pc:spChg chg="mod">
          <ac:chgData name="泰弘 仲山" userId="857b4835f3abfbd8" providerId="LiveId" clId="{1719127F-B280-47D0-B899-2028F4F2809D}" dt="2026-01-13T16:03:24.785" v="251" actId="20577"/>
          <ac:spMkLst>
            <pc:docMk/>
            <pc:sldMk cId="451883138" sldId="273"/>
            <ac:spMk id="2" creationId="{BFC9000F-3DA7-9547-A37E-96AF5EF93151}"/>
          </ac:spMkLst>
        </pc:spChg>
        <pc:spChg chg="del">
          <ac:chgData name="泰弘 仲山" userId="857b4835f3abfbd8" providerId="LiveId" clId="{1719127F-B280-47D0-B899-2028F4F2809D}" dt="2026-01-13T15:56:17.550" v="158" actId="478"/>
          <ac:spMkLst>
            <pc:docMk/>
            <pc:sldMk cId="451883138" sldId="273"/>
            <ac:spMk id="4" creationId="{7B29B2AE-2094-2C41-895B-E38C3AFE6058}"/>
          </ac:spMkLst>
        </pc:spChg>
        <pc:graphicFrameChg chg="add mod modGraphic">
          <ac:chgData name="泰弘 仲山" userId="857b4835f3abfbd8" providerId="LiveId" clId="{1719127F-B280-47D0-B899-2028F4F2809D}" dt="2026-01-13T16:14:45.476" v="532" actId="20577"/>
          <ac:graphicFrameMkLst>
            <pc:docMk/>
            <pc:sldMk cId="451883138" sldId="273"/>
            <ac:graphicFrameMk id="3" creationId="{879A045F-31C5-02EA-BB9E-F9DB828B985F}"/>
          </ac:graphicFrameMkLst>
        </pc:graphicFrameChg>
      </pc:sldChg>
      <pc:sldChg chg="del">
        <pc:chgData name="泰弘 仲山" userId="857b4835f3abfbd8" providerId="LiveId" clId="{1719127F-B280-47D0-B899-2028F4F2809D}" dt="2026-01-13T16:09:06.933" v="385" actId="47"/>
        <pc:sldMkLst>
          <pc:docMk/>
          <pc:sldMk cId="2292591337" sldId="274"/>
        </pc:sldMkLst>
      </pc:sldChg>
      <pc:sldChg chg="del">
        <pc:chgData name="泰弘 仲山" userId="857b4835f3abfbd8" providerId="LiveId" clId="{1719127F-B280-47D0-B899-2028F4F2809D}" dt="2026-01-13T16:09:11.230" v="386" actId="47"/>
        <pc:sldMkLst>
          <pc:docMk/>
          <pc:sldMk cId="3839490821" sldId="275"/>
        </pc:sldMkLst>
      </pc:sldChg>
      <pc:sldChg chg="del">
        <pc:chgData name="泰弘 仲山" userId="857b4835f3abfbd8" providerId="LiveId" clId="{1719127F-B280-47D0-B899-2028F4F2809D}" dt="2026-01-13T16:09:13.379" v="387" actId="47"/>
        <pc:sldMkLst>
          <pc:docMk/>
          <pc:sldMk cId="3076466355" sldId="276"/>
        </pc:sldMkLst>
      </pc:sldChg>
      <pc:sldChg chg="del">
        <pc:chgData name="泰弘 仲山" userId="857b4835f3abfbd8" providerId="LiveId" clId="{1719127F-B280-47D0-B899-2028F4F2809D}" dt="2026-01-13T16:09:15.435" v="388" actId="47"/>
        <pc:sldMkLst>
          <pc:docMk/>
          <pc:sldMk cId="2349856852" sldId="277"/>
        </pc:sldMkLst>
      </pc:sldChg>
      <pc:sldChg chg="del">
        <pc:chgData name="泰弘 仲山" userId="857b4835f3abfbd8" providerId="LiveId" clId="{1719127F-B280-47D0-B899-2028F4F2809D}" dt="2026-01-13T16:09:18.486" v="389" actId="47"/>
        <pc:sldMkLst>
          <pc:docMk/>
          <pc:sldMk cId="1114004890" sldId="278"/>
        </pc:sldMkLst>
      </pc:sldChg>
      <pc:sldChg chg="del">
        <pc:chgData name="泰弘 仲山" userId="857b4835f3abfbd8" providerId="LiveId" clId="{1719127F-B280-47D0-B899-2028F4F2809D}" dt="2026-01-13T16:09:22.536" v="390" actId="47"/>
        <pc:sldMkLst>
          <pc:docMk/>
          <pc:sldMk cId="2362472852" sldId="279"/>
        </pc:sldMkLst>
      </pc:sldChg>
      <pc:sldChg chg="del">
        <pc:chgData name="泰弘 仲山" userId="857b4835f3abfbd8" providerId="LiveId" clId="{1719127F-B280-47D0-B899-2028F4F2809D}" dt="2026-01-13T16:09:27.543" v="391" actId="47"/>
        <pc:sldMkLst>
          <pc:docMk/>
          <pc:sldMk cId="3783072698" sldId="280"/>
        </pc:sldMkLst>
      </pc:sldChg>
      <pc:sldChg chg="del">
        <pc:chgData name="泰弘 仲山" userId="857b4835f3abfbd8" providerId="LiveId" clId="{1719127F-B280-47D0-B899-2028F4F2809D}" dt="2026-01-13T16:09:29.828" v="392" actId="47"/>
        <pc:sldMkLst>
          <pc:docMk/>
          <pc:sldMk cId="243603305" sldId="281"/>
        </pc:sldMkLst>
      </pc:sldChg>
      <pc:sldChg chg="del">
        <pc:chgData name="泰弘 仲山" userId="857b4835f3abfbd8" providerId="LiveId" clId="{1719127F-B280-47D0-B899-2028F4F2809D}" dt="2026-01-13T16:09:31.633" v="393" actId="47"/>
        <pc:sldMkLst>
          <pc:docMk/>
          <pc:sldMk cId="1784756440" sldId="282"/>
        </pc:sldMkLst>
      </pc:sldChg>
      <pc:sldChg chg="modSp mod">
        <pc:chgData name="泰弘 仲山" userId="857b4835f3abfbd8" providerId="LiveId" clId="{1719127F-B280-47D0-B899-2028F4F2809D}" dt="2026-01-13T16:27:25.806" v="618" actId="20577"/>
        <pc:sldMkLst>
          <pc:docMk/>
          <pc:sldMk cId="3892504290" sldId="283"/>
        </pc:sldMkLst>
        <pc:spChg chg="mod">
          <ac:chgData name="泰弘 仲山" userId="857b4835f3abfbd8" providerId="LiveId" clId="{1719127F-B280-47D0-B899-2028F4F2809D}" dt="2026-01-13T16:09:46.814" v="397" actId="6549"/>
          <ac:spMkLst>
            <pc:docMk/>
            <pc:sldMk cId="3892504290" sldId="283"/>
            <ac:spMk id="2" creationId="{8804C519-D16D-934F-8660-93633C499515}"/>
          </ac:spMkLst>
        </pc:spChg>
        <pc:spChg chg="mod">
          <ac:chgData name="泰弘 仲山" userId="857b4835f3abfbd8" providerId="LiveId" clId="{1719127F-B280-47D0-B899-2028F4F2809D}" dt="2026-01-13T16:27:25.806" v="618" actId="20577"/>
          <ac:spMkLst>
            <pc:docMk/>
            <pc:sldMk cId="3892504290" sldId="283"/>
            <ac:spMk id="4" creationId="{6D441169-DAF2-4747-9D07-1B560077287A}"/>
          </ac:spMkLst>
        </pc:spChg>
      </pc:sldChg>
      <pc:sldChg chg="del">
        <pc:chgData name="泰弘 仲山" userId="857b4835f3abfbd8" providerId="LiveId" clId="{1719127F-B280-47D0-B899-2028F4F2809D}" dt="2026-01-13T16:09:32.836" v="394" actId="47"/>
        <pc:sldMkLst>
          <pc:docMk/>
          <pc:sldMk cId="962399351" sldId="284"/>
        </pc:sldMkLst>
      </pc:sldChg>
      <pc:sldChg chg="del">
        <pc:chgData name="泰弘 仲山" userId="857b4835f3abfbd8" providerId="LiveId" clId="{1719127F-B280-47D0-B899-2028F4F2809D}" dt="2026-01-13T16:09:34.375" v="395" actId="47"/>
        <pc:sldMkLst>
          <pc:docMk/>
          <pc:sldMk cId="1548298093" sldId="285"/>
        </pc:sldMkLst>
      </pc:sldChg>
      <pc:sldChg chg="del">
        <pc:chgData name="泰弘 仲山" userId="857b4835f3abfbd8" providerId="LiveId" clId="{1719127F-B280-47D0-B899-2028F4F2809D}" dt="2026-01-13T16:08:53.472" v="384" actId="47"/>
        <pc:sldMkLst>
          <pc:docMk/>
          <pc:sldMk cId="901802028" sldId="286"/>
        </pc:sldMkLst>
      </pc:sldChg>
      <pc:sldChg chg="modSp add mod">
        <pc:chgData name="泰弘 仲山" userId="857b4835f3abfbd8" providerId="LiveId" clId="{1719127F-B280-47D0-B899-2028F4F2809D}" dt="2026-01-13T16:08:25.666" v="372"/>
        <pc:sldMkLst>
          <pc:docMk/>
          <pc:sldMk cId="1409925346" sldId="287"/>
        </pc:sldMkLst>
        <pc:spChg chg="mod">
          <ac:chgData name="泰弘 仲山" userId="857b4835f3abfbd8" providerId="LiveId" clId="{1719127F-B280-47D0-B899-2028F4F2809D}" dt="2026-01-13T16:03:37.927" v="262" actId="20577"/>
          <ac:spMkLst>
            <pc:docMk/>
            <pc:sldMk cId="1409925346" sldId="287"/>
            <ac:spMk id="2" creationId="{289FE417-6EEF-21DF-8021-E8B865E1E3D4}"/>
          </ac:spMkLst>
        </pc:spChg>
        <pc:graphicFrameChg chg="mod modGraphic">
          <ac:chgData name="泰弘 仲山" userId="857b4835f3abfbd8" providerId="LiveId" clId="{1719127F-B280-47D0-B899-2028F4F2809D}" dt="2026-01-13T16:08:25.666" v="372"/>
          <ac:graphicFrameMkLst>
            <pc:docMk/>
            <pc:sldMk cId="1409925346" sldId="287"/>
            <ac:graphicFrameMk id="3" creationId="{BB806E97-7D58-F670-6496-69F7CC47DE95}"/>
          </ac:graphicFrameMkLst>
        </pc:graphicFrameChg>
      </pc:sldChg>
      <pc:sldChg chg="modSp add mod">
        <pc:chgData name="泰弘 仲山" userId="857b4835f3abfbd8" providerId="LiveId" clId="{1719127F-B280-47D0-B899-2028F4F2809D}" dt="2026-01-13T16:06:02.338" v="292" actId="2165"/>
        <pc:sldMkLst>
          <pc:docMk/>
          <pc:sldMk cId="3791256060" sldId="288"/>
        </pc:sldMkLst>
        <pc:spChg chg="mod">
          <ac:chgData name="泰弘 仲山" userId="857b4835f3abfbd8" providerId="LiveId" clId="{1719127F-B280-47D0-B899-2028F4F2809D}" dt="2026-01-13T16:04:50.369" v="273" actId="20577"/>
          <ac:spMkLst>
            <pc:docMk/>
            <pc:sldMk cId="3791256060" sldId="288"/>
            <ac:spMk id="2" creationId="{6BA7CA05-2BC8-9A17-0588-7AA5DD6E0540}"/>
          </ac:spMkLst>
        </pc:spChg>
        <pc:graphicFrameChg chg="mod modGraphic">
          <ac:chgData name="泰弘 仲山" userId="857b4835f3abfbd8" providerId="LiveId" clId="{1719127F-B280-47D0-B899-2028F4F2809D}" dt="2026-01-13T16:06:02.338" v="292" actId="2165"/>
          <ac:graphicFrameMkLst>
            <pc:docMk/>
            <pc:sldMk cId="3791256060" sldId="288"/>
            <ac:graphicFrameMk id="3" creationId="{E483EB42-CF88-1AAC-022A-03189059B503}"/>
          </ac:graphicFrameMkLst>
        </pc:graphicFrameChg>
      </pc:sldChg>
      <pc:sldChg chg="modSp add mod">
        <pc:chgData name="泰弘 仲山" userId="857b4835f3abfbd8" providerId="LiveId" clId="{1719127F-B280-47D0-B899-2028F4F2809D}" dt="2026-01-13T16:11:54.345" v="436"/>
        <pc:sldMkLst>
          <pc:docMk/>
          <pc:sldMk cId="3010765215" sldId="289"/>
        </pc:sldMkLst>
        <pc:spChg chg="mod">
          <ac:chgData name="泰弘 仲山" userId="857b4835f3abfbd8" providerId="LiveId" clId="{1719127F-B280-47D0-B899-2028F4F2809D}" dt="2026-01-13T16:10:32.450" v="414" actId="20577"/>
          <ac:spMkLst>
            <pc:docMk/>
            <pc:sldMk cId="3010765215" sldId="289"/>
            <ac:spMk id="2" creationId="{937D1912-E468-567D-AF56-1CA8A59907E5}"/>
          </ac:spMkLst>
        </pc:spChg>
        <pc:graphicFrameChg chg="mod modGraphic">
          <ac:chgData name="泰弘 仲山" userId="857b4835f3abfbd8" providerId="LiveId" clId="{1719127F-B280-47D0-B899-2028F4F2809D}" dt="2026-01-13T16:11:54.345" v="436"/>
          <ac:graphicFrameMkLst>
            <pc:docMk/>
            <pc:sldMk cId="3010765215" sldId="289"/>
            <ac:graphicFrameMk id="3" creationId="{DABA41B7-3FEA-7286-1F76-4B9D098B298C}"/>
          </ac:graphicFrameMkLst>
        </pc:graphicFrameChg>
      </pc:sldChg>
      <pc:sldMasterChg chg="delSldLayout">
        <pc:chgData name="泰弘 仲山" userId="857b4835f3abfbd8" providerId="LiveId" clId="{1719127F-B280-47D0-B899-2028F4F2809D}" dt="2026-01-13T16:10:08.069" v="402" actId="47"/>
        <pc:sldMasterMkLst>
          <pc:docMk/>
          <pc:sldMasterMk cId="153800404" sldId="2147483660"/>
        </pc:sldMasterMkLst>
        <pc:sldLayoutChg chg="del">
          <pc:chgData name="泰弘 仲山" userId="857b4835f3abfbd8" providerId="LiveId" clId="{1719127F-B280-47D0-B899-2028F4F2809D}" dt="2026-01-13T16:10:08.069" v="402" actId="47"/>
          <pc:sldLayoutMkLst>
            <pc:docMk/>
            <pc:sldMasterMk cId="153800404" sldId="2147483660"/>
            <pc:sldLayoutMk cId="3293614464" sldId="214748370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2514F-5912-E747-9104-6077449273C4}" type="datetimeFigureOut">
              <a:rPr kumimoji="1" lang="ja-JP" altLang="en-US" smtClean="0"/>
              <a:t>2026/1/14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054F6-B55B-0448-A631-3D5A6AAB9D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927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">
    <p:bg>
      <p:bgPr>
        <a:solidFill>
          <a:srgbClr val="33B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84687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1_Head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90625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1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432491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1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33B490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38" name="Shape 3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13718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1_Heading &amp; Body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33B490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38" name="Shape 3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703099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Title">
    <p:bg>
      <p:bgPr>
        <a:solidFill>
          <a:srgbClr val="46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3812241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2_Head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11941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2_Heading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511505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2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464E70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38" name="Shape 3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992672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2_Heading &amp; Body2">
    <p:bg>
      <p:bgPr>
        <a:solidFill>
          <a:srgbClr val="46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1363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Title ">
    <p:bg>
      <p:bgPr>
        <a:solidFill>
          <a:srgbClr val="B967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551387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3_Head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573979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3_Heading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956093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3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B967C7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38" name="Shape 3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224715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3_Heading &amp; Body2">
    <p:bg>
      <p:bgPr>
        <a:solidFill>
          <a:srgbClr val="B967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50" name="Shape 15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151" name="Shape 15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49170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4_Title">
    <p:bg>
      <p:bgPr>
        <a:solidFill>
          <a:srgbClr val="02A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59" name="Shape 159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536349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4_Head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76" name="Shape 1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766305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4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2A8F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76" name="Shape 17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82046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4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2A8F3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84" name="Shape 18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85" name="Shape 1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85483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4_Heading &amp; Body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2A8F3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84" name="Shape 18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85" name="Shape 1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0537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5_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159" name="Shape 159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160" name="Shape 16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9663468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5_Heading">
    <p:bg>
      <p:bgPr>
        <a:solidFill>
          <a:srgbClr val="00B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211" name="Shape 2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55874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5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00BBD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19" name="Shape 2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81143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5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00BBD3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27" name="Shape 22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228" name="Shape 22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67326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5_Heading &amp; Body2">
    <p:bg>
      <p:bgPr>
        <a:solidFill>
          <a:srgbClr val="00B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236" name="Shape 23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237" name="Shape 2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26771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6_Title 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126536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6_Heading"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993482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6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9000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62" name="Shape 2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515902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06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FF9000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13" name="Shape 3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314" name="Shape 31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7885630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6_Heading &amp; Body2">
    <p:bg>
      <p:bgPr>
        <a:solidFill>
          <a:srgbClr val="FF9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27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279" name="Shape 27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280" name="Shape 28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81154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7_Title">
    <p:bg>
      <p:bgPr>
        <a:solidFill>
          <a:srgbClr val="FF3F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288" name="Shape 288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289" name="Shape 28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478583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7_Heading">
    <p:bg>
      <p:bgPr>
        <a:solidFill>
          <a:srgbClr val="FF3F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297" name="Shape 29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474214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7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304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3F80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05" name="Shape 30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201084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7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Shape 3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FF3F80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13" name="Shape 3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314" name="Shape 31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2865093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7_Heading &amp; Body2">
    <p:bg>
      <p:bgPr>
        <a:solidFill>
          <a:srgbClr val="FF3F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22" name="Shape 32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323" name="Shape 32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2004235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8_Title">
    <p:bg>
      <p:bgPr>
        <a:solidFill>
          <a:srgbClr val="FF5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Shape 330"/>
          <p:cNvSpPr>
            <a:spLocks noGrp="1"/>
          </p:cNvSpPr>
          <p:nvPr>
            <p:ph type="title"/>
          </p:nvPr>
        </p:nvSpPr>
        <p:spPr>
          <a:xfrm>
            <a:off x="1190626" y="586988"/>
            <a:ext cx="9810751" cy="2797365"/>
          </a:xfrm>
          <a:prstGeom prst="rect">
            <a:avLst/>
          </a:prstGeom>
        </p:spPr>
        <p:txBody>
          <a:bodyPr anchor="b"/>
          <a:lstStyle>
            <a:lvl1pPr>
              <a:defRPr sz="5625"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31" name="Shape 331"/>
          <p:cNvSpPr>
            <a:spLocks noGrp="1"/>
          </p:cNvSpPr>
          <p:nvPr>
            <p:ph type="body" sz="quarter" idx="1"/>
          </p:nvPr>
        </p:nvSpPr>
        <p:spPr>
          <a:xfrm>
            <a:off x="1190626" y="3533296"/>
            <a:ext cx="9810751" cy="105942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1pPr>
            <a:lvl2pPr marL="0" indent="16072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2pPr>
            <a:lvl3pPr marL="0" indent="321440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3pPr>
            <a:lvl4pPr marL="0" indent="482161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4pPr>
            <a:lvl5pPr marL="0" indent="642882">
              <a:spcBef>
                <a:spcPts val="0"/>
              </a:spcBef>
              <a:buSzTx/>
              <a:buNone/>
              <a:defRPr sz="2531">
                <a:solidFill>
                  <a:srgbClr val="464E70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332" name="Shape 33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1969639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8_Heading">
    <p:bg>
      <p:bgPr>
        <a:solidFill>
          <a:srgbClr val="FF5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40" name="Shape 3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67653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8_Heading2">
    <p:bg>
      <p:bgPr>
        <a:solidFill>
          <a:srgbClr val="FFF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/>
          </p:cNvSpPr>
          <p:nvPr>
            <p:ph type="title"/>
          </p:nvPr>
        </p:nvSpPr>
        <p:spPr>
          <a:xfrm>
            <a:off x="1190626" y="639379"/>
            <a:ext cx="9810751" cy="557924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515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48" name="Shape 3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6688434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8_Heading &amp;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hape 35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FF5151"/>
          </a:solidFill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dirty="0"/>
          </a:p>
        </p:txBody>
      </p:sp>
      <p:sp>
        <p:nvSpPr>
          <p:cNvPr id="356" name="Shape 35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dirty="0"/>
          </a:p>
        </p:txBody>
      </p:sp>
      <p:sp>
        <p:nvSpPr>
          <p:cNvPr id="357" name="Shape 35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6984556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08_Heading &amp; Body2">
    <p:bg>
      <p:bgPr>
        <a:solidFill>
          <a:srgbClr val="FF5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/>
          </a:p>
        </p:txBody>
      </p:sp>
      <p:sp>
        <p:nvSpPr>
          <p:cNvPr id="365" name="Shape 36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5E3"/>
                </a:solidFill>
              </a:defRPr>
            </a:lvl1pPr>
            <a:lvl2pPr>
              <a:defRPr>
                <a:solidFill>
                  <a:srgbClr val="FFF5E3"/>
                </a:solidFill>
              </a:defRPr>
            </a:lvl2pPr>
            <a:lvl3pPr>
              <a:defRPr>
                <a:solidFill>
                  <a:srgbClr val="FFF5E3"/>
                </a:solidFill>
              </a:defRPr>
            </a:lvl3pPr>
            <a:lvl4pPr>
              <a:defRPr>
                <a:solidFill>
                  <a:srgbClr val="FFF5E3"/>
                </a:solidFill>
              </a:defRPr>
            </a:lvl4pPr>
            <a:lvl5pPr>
              <a:defRPr>
                <a:solidFill>
                  <a:srgbClr val="FFF5E3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/>
          </a:p>
        </p:txBody>
      </p:sp>
      <p:sp>
        <p:nvSpPr>
          <p:cNvPr id="366" name="Shape 36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676740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7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7" tIns="50797" rIns="50797" bIns="50797" anchor="ctr">
            <a:normAutofit/>
          </a:bodyPr>
          <a:lstStyle/>
          <a:p>
            <a:r>
              <a:rPr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31371" y="1180674"/>
            <a:ext cx="10806154" cy="520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7" tIns="50797" rIns="50797" bIns="50797">
            <a:normAutofit/>
          </a:bodyPr>
          <a:lstStyle>
            <a:lvl2pPr marL="889000" indent="-444500"/>
            <a:lvl3pPr marL="1333500" indent="-444500"/>
            <a:lvl4pPr marL="1778000" indent="-444500"/>
            <a:lvl5pPr marL="2222500" indent="-444500"/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0956541" y="188641"/>
            <a:ext cx="1165630" cy="535333"/>
          </a:xfrm>
          <a:prstGeom prst="rect">
            <a:avLst/>
          </a:prstGeom>
          <a:ln w="12700">
            <a:miter lim="400000"/>
          </a:ln>
        </p:spPr>
        <p:txBody>
          <a:bodyPr wrap="square" lIns="50797" tIns="50797" rIns="50797" bIns="50797">
            <a:spAutoFit/>
          </a:bodyPr>
          <a:lstStyle>
            <a:lvl1pPr algn="ctr">
              <a:defRPr sz="2812" b="1">
                <a:solidFill>
                  <a:srgbClr val="000000"/>
                </a:solidFill>
                <a:latin typeface="+mj-ea"/>
                <a:ea typeface="+mj-ea"/>
                <a:cs typeface="ヒラギノ角ゴ ProN W3"/>
                <a:sym typeface="ヒラギノ角ゴ ProN W3"/>
              </a:defRPr>
            </a:lvl1pPr>
          </a:lstStyle>
          <a:p>
            <a:fld id="{C63C7AFB-9001-7B44-993F-F0C8A7B4983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38284" y="6314946"/>
            <a:ext cx="3860602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ctr">
              <a:defRPr sz="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日付プレースホルダー 5"/>
          <p:cNvSpPr>
            <a:spLocks noGrp="1"/>
          </p:cNvSpPr>
          <p:nvPr>
            <p:ph type="dt" sz="half" idx="2"/>
          </p:nvPr>
        </p:nvSpPr>
        <p:spPr>
          <a:xfrm>
            <a:off x="610197" y="6356822"/>
            <a:ext cx="2844105" cy="365001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>
              <a:defRPr sz="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5B977-6E10-2F49-853E-7B8026B053D7}" type="datetime1">
              <a:rPr kumimoji="1" lang="ja-JP" altLang="en-US" smtClean="0"/>
              <a:t>2026/1/14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8004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</p:sldLayoutIdLst>
  <p:transition spd="med"/>
  <p:hf hdr="0" ftr="0" dt="0"/>
  <p:txStyles>
    <p:titleStyle>
      <a:lvl1pPr marL="252242" marR="0" indent="0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3094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1pPr>
      <a:lvl2pPr marL="0" marR="0" indent="160721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2pPr>
      <a:lvl3pPr marL="0" marR="0" indent="321440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3pPr>
      <a:lvl4pPr marL="0" marR="0" indent="482161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4pPr>
      <a:lvl5pPr marL="0" marR="0" indent="642882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5pPr>
      <a:lvl6pPr marL="0" marR="0" indent="803602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6pPr>
      <a:lvl7pPr marL="0" marR="0" indent="964323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7pPr>
      <a:lvl8pPr marL="0" marR="0" indent="1125044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8pPr>
      <a:lvl9pPr marL="0" marR="0" indent="1285763" algn="l" defTabSz="41073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4219" b="1" i="0" u="none" strike="noStrike" cap="none" spc="0" baseline="0">
          <a:ln>
            <a:noFill/>
          </a:ln>
          <a:solidFill>
            <a:srgbClr val="33B490"/>
          </a:solidFill>
          <a:uFillTx/>
          <a:latin typeface="+mn-lt"/>
          <a:ea typeface="+mn-ea"/>
          <a:cs typeface="+mn-cs"/>
          <a:sym typeface="Avenir Next"/>
        </a:defRPr>
      </a:lvl9pPr>
    </p:titleStyle>
    <p:bodyStyle>
      <a:lvl1pPr marL="312512" marR="0" indent="-312512" algn="l" defTabSz="410730" rtl="0" eaLnBrk="1" latinLnBrk="0" hangingPunct="1">
        <a:lnSpc>
          <a:spcPct val="130000"/>
        </a:lnSpc>
        <a:spcBef>
          <a:spcPts val="0"/>
        </a:spcBef>
        <a:spcAft>
          <a:spcPts val="844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+mj-lt"/>
          <a:ea typeface="+mj-ea"/>
          <a:cs typeface="Avenir Next Medium"/>
          <a:sym typeface="Avenir Next Medium"/>
        </a:defRPr>
      </a:lvl1pPr>
      <a:lvl2pPr marL="659748" marR="0" indent="-347235" algn="l" defTabSz="410730" rtl="0" eaLnBrk="1" latinLnBrk="0" hangingPunct="1">
        <a:lnSpc>
          <a:spcPct val="130000"/>
        </a:lnSpc>
        <a:spcBef>
          <a:spcPts val="0"/>
        </a:spcBef>
        <a:spcAft>
          <a:spcPts val="844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+mj-lt"/>
          <a:ea typeface="+mj-ea"/>
          <a:cs typeface="Avenir Next Medium"/>
          <a:sym typeface="Avenir Next Medium"/>
        </a:defRPr>
      </a:lvl2pPr>
      <a:lvl3pPr marL="972259" marR="0" indent="-347235" algn="l" defTabSz="410730" rtl="0" eaLnBrk="1" latinLnBrk="0" hangingPunct="1">
        <a:lnSpc>
          <a:spcPct val="130000"/>
        </a:lnSpc>
        <a:spcBef>
          <a:spcPts val="0"/>
        </a:spcBef>
        <a:spcAft>
          <a:spcPts val="844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+mj-lt"/>
          <a:ea typeface="+mj-ea"/>
          <a:cs typeface="Avenir Next Medium"/>
          <a:sym typeface="Avenir Next Medium"/>
        </a:defRPr>
      </a:lvl3pPr>
      <a:lvl4pPr marL="1284771" marR="0" indent="-347235" algn="l" defTabSz="410730" rtl="0" eaLnBrk="1" latinLnBrk="0" hangingPunct="1">
        <a:lnSpc>
          <a:spcPct val="130000"/>
        </a:lnSpc>
        <a:spcBef>
          <a:spcPts val="0"/>
        </a:spcBef>
        <a:spcAft>
          <a:spcPts val="844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+mj-lt"/>
          <a:ea typeface="+mj-ea"/>
          <a:cs typeface="Avenir Next Medium"/>
          <a:sym typeface="Avenir Next Medium"/>
        </a:defRPr>
      </a:lvl4pPr>
      <a:lvl5pPr marL="1597282" marR="0" indent="-347235" algn="l" defTabSz="410730" rtl="0" eaLnBrk="1" latinLnBrk="0" hangingPunct="1">
        <a:lnSpc>
          <a:spcPct val="130000"/>
        </a:lnSpc>
        <a:spcBef>
          <a:spcPts val="0"/>
        </a:spcBef>
        <a:spcAft>
          <a:spcPts val="844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+mj-lt"/>
          <a:ea typeface="+mj-ea"/>
          <a:cs typeface="Avenir Next Medium"/>
          <a:sym typeface="Avenir Next Medium"/>
        </a:defRPr>
      </a:lvl5pPr>
      <a:lvl6pPr marL="1909794" marR="0" indent="-347235" algn="l" defTabSz="410730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6pPr>
      <a:lvl7pPr marL="2222306" marR="0" indent="-347235" algn="l" defTabSz="410730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7pPr>
      <a:lvl8pPr marL="2534818" marR="0" indent="-347235" algn="l" defTabSz="410730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8pPr>
      <a:lvl9pPr marL="2847330" marR="0" indent="-347235" algn="l" defTabSz="410730" rtl="0" eaLnBrk="1" latinLnBrk="0" hangingPunct="1">
        <a:lnSpc>
          <a:spcPct val="100000"/>
        </a:lnSpc>
        <a:spcBef>
          <a:spcPts val="2953"/>
        </a:spcBef>
        <a:spcAft>
          <a:spcPts val="0"/>
        </a:spcAft>
        <a:buClrTx/>
        <a:buSzPct val="75000"/>
        <a:buFontTx/>
        <a:buChar char="•"/>
        <a:tabLst/>
        <a:defRPr kumimoji="1" sz="2812" b="0" i="0" u="none" strike="noStrike" cap="none" spc="0" baseline="0">
          <a:ln>
            <a:noFill/>
          </a:ln>
          <a:solidFill>
            <a:srgbClr val="3E4157"/>
          </a:solidFill>
          <a:uFillTx/>
          <a:latin typeface="Avenir Next Medium"/>
          <a:ea typeface="Avenir Next Medium"/>
          <a:cs typeface="Avenir Next Medium"/>
          <a:sym typeface="Avenir Next Medium"/>
        </a:defRPr>
      </a:lvl9pPr>
    </p:bodyStyle>
    <p:otherStyle>
      <a:lvl1pPr marL="0" marR="0" indent="0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160721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321440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482161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642882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803602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964323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1125044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1285763" algn="ctr" defTabSz="41073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kumimoji="1" sz="1266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epdf/10.1145/3783986" TargetMode="External"/><Relationship Id="rId3" Type="http://schemas.openxmlformats.org/officeDocument/2006/relationships/hyperlink" Target="https://arxiv.org/pdf/2310.09656" TargetMode="External"/><Relationship Id="rId7" Type="http://schemas.openxmlformats.org/officeDocument/2006/relationships/hyperlink" Target="https://dl.acm.org/doi/epdf/10.1145/3559540" TargetMode="External"/><Relationship Id="rId2" Type="http://schemas.openxmlformats.org/officeDocument/2006/relationships/hyperlink" Target="https://arxiv.org/pdf/2209.15421" TargetMode="Externa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proceedings.neurips.cc/paper_files/paper/2019/file/c9efe5f26cd17ba6216bbe2a7d26d490-Paper.pdf" TargetMode="External"/><Relationship Id="rId5" Type="http://schemas.openxmlformats.org/officeDocument/2006/relationships/hyperlink" Target="https://arxiv.org/pdf/2210.06280" TargetMode="External"/><Relationship Id="rId4" Type="http://schemas.openxmlformats.org/officeDocument/2006/relationships/hyperlink" Target="https://arxiv.org/pdf/2504.16506" TargetMode="External"/><Relationship Id="rId9" Type="http://schemas.openxmlformats.org/officeDocument/2006/relationships/hyperlink" Target="https://www.sciencedirect.com/science/article/abs/pii/S0952197625020998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430F1E-A07F-ED4A-BC74-FBFF495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疑似データ生成について</a:t>
            </a: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9963084-33EE-F44A-AEFF-1D10B747065B}"/>
              </a:ext>
            </a:extLst>
          </p:cNvPr>
          <p:cNvSpPr txBox="1">
            <a:spLocks/>
          </p:cNvSpPr>
          <p:nvPr/>
        </p:nvSpPr>
        <p:spPr>
          <a:xfrm>
            <a:off x="431371" y="1180674"/>
            <a:ext cx="10806154" cy="5200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7" tIns="50797" rIns="50797" bIns="50797">
            <a:normAutofit/>
          </a:bodyPr>
          <a:lstStyle>
            <a:lvl1pPr marL="312512" marR="0" indent="-312512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1pPr>
            <a:lvl2pPr marL="8890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2pPr>
            <a:lvl3pPr marL="13335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3pPr>
            <a:lvl4pPr marL="17780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4pPr>
            <a:lvl5pPr marL="22225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5pPr>
            <a:lvl6pPr marL="1909794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6pPr>
            <a:lvl7pPr marL="2222306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7pPr>
            <a:lvl8pPr marL="2534818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8pPr>
            <a:lvl9pPr marL="2847330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9pPr>
          </a:lstStyle>
          <a:p>
            <a:r>
              <a:rPr lang="ja-JP" altLang="en-US" dirty="0"/>
              <a:t>観点</a:t>
            </a:r>
            <a:endParaRPr lang="en-US" altLang="ja-JP" dirty="0"/>
          </a:p>
          <a:p>
            <a:pPr lvl="1"/>
            <a:r>
              <a:rPr lang="ja-JP" altLang="en-US" dirty="0"/>
              <a:t>目的</a:t>
            </a:r>
            <a:endParaRPr lang="en-US" altLang="ja-JP" dirty="0"/>
          </a:p>
          <a:p>
            <a:pPr lvl="1"/>
            <a:r>
              <a:rPr lang="ja-JP" altLang="en-US" dirty="0"/>
              <a:t>手法</a:t>
            </a:r>
            <a:endParaRPr lang="en-US" altLang="ja-JP" dirty="0"/>
          </a:p>
          <a:p>
            <a:pPr lvl="1"/>
            <a:r>
              <a:rPr lang="ja-JP" altLang="en-US" dirty="0"/>
              <a:t>対象</a:t>
            </a:r>
            <a:endParaRPr lang="en-US" altLang="ja-JP" dirty="0"/>
          </a:p>
          <a:p>
            <a:pPr lvl="1"/>
            <a:r>
              <a:rPr lang="ja-JP" altLang="en-US" dirty="0"/>
              <a:t>評価方法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71B394E-0325-584E-A9D3-8866F280C3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971875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C9000F-3DA7-9547-A37E-96AF5EF9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1143804-B078-BC4D-BE2A-C39F1900251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2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79A045F-31C5-02EA-BB9E-F9DB828B9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9105277"/>
              </p:ext>
            </p:extLst>
          </p:nvPr>
        </p:nvGraphicFramePr>
        <p:xfrm>
          <a:off x="301171" y="1269431"/>
          <a:ext cx="10867572" cy="1960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53067">
                  <a:extLst>
                    <a:ext uri="{9D8B030D-6E8A-4147-A177-3AD203B41FA5}">
                      <a16:colId xmlns:a16="http://schemas.microsoft.com/office/drawing/2014/main" val="1124772864"/>
                    </a:ext>
                  </a:extLst>
                </a:gridCol>
                <a:gridCol w="7914505">
                  <a:extLst>
                    <a:ext uri="{9D8B030D-6E8A-4147-A177-3AD203B41FA5}">
                      <a16:colId xmlns:a16="http://schemas.microsoft.com/office/drawing/2014/main" val="250675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0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ja-JP" altLang="en-US" dirty="0">
                          <a:solidFill>
                            <a:srgbClr val="002060"/>
                          </a:solidFill>
                        </a:rPr>
                        <a:t>プライバシー保護・データ共有</a:t>
                      </a:r>
                      <a:endParaRPr kumimoji="1" lang="ja-JP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個人情報や機密情報を含む実データを使わずに、分析や開発を進めるため</a:t>
                      </a:r>
                      <a:endParaRPr kumimoji="1" lang="en-US" altLang="ja-JP" dirty="0">
                        <a:solidFill>
                          <a:srgbClr val="002060"/>
                        </a:solidFill>
                      </a:endParaRPr>
                    </a:p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実データの統計的特徴（分布や相関）を維持しつつ、レコード単位では実在しない個人のデータを生成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14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学習用データ拡張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学習に必要なデータ量が足りない、あるいは特定のケースが極端に少ない場合に、データを「増幅」</a:t>
                      </a:r>
                      <a:endParaRPr kumimoji="1" lang="en-US" altLang="ja-JP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99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テスト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検証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モデルの頑健性の確認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シミュレーション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高コストなアノテーション（ラベル付け）作業を回避したり、実機テストの前にシミュレーションを行う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90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8313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D74B0-A31D-A11A-17CA-4EA343B4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9FE417-6EEF-21DF-8021-E8B865E1E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手法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B2DC95-944C-1609-488E-A706C6EECAD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3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BB806E97-7D58-F670-6496-69F7CC47D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068505"/>
              </p:ext>
            </p:extLst>
          </p:nvPr>
        </p:nvGraphicFramePr>
        <p:xfrm>
          <a:off x="301171" y="1269431"/>
          <a:ext cx="1093583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21330">
                  <a:extLst>
                    <a:ext uri="{9D8B030D-6E8A-4147-A177-3AD203B41FA5}">
                      <a16:colId xmlns:a16="http://schemas.microsoft.com/office/drawing/2014/main" val="1124772864"/>
                    </a:ext>
                  </a:extLst>
                </a:gridCol>
                <a:gridCol w="7914505">
                  <a:extLst>
                    <a:ext uri="{9D8B030D-6E8A-4147-A177-3AD203B41FA5}">
                      <a16:colId xmlns:a16="http://schemas.microsoft.com/office/drawing/2014/main" val="250675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手法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0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統計・確率モデル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copula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、ベイジアンネット等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14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GAN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CTGAN/</a:t>
                      </a:r>
                      <a:r>
                        <a:rPr kumimoji="1" lang="en-US" altLang="ja-JP" dirty="0" err="1">
                          <a:solidFill>
                            <a:srgbClr val="002060"/>
                          </a:solidFill>
                        </a:rPr>
                        <a:t>TimeGAN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など、強いが学習不安定になりがち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99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VAE/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オートレグレッシブ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尤度・潜在空間ベース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拡散モデル（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Diffusion / Score-based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近年の主役、品質と多様性で優勢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9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LLM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ベース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表→テキスト化して生成、制約付与・条件付けが強み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277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9253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6C8E7-63C5-E95F-D478-B6B3DB38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D1912-E468-567D-AF56-1CA8A599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対象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B01F66-B99C-34BB-7687-7D3BEB86EF8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DABA41B7-3FEA-7286-1F76-4B9D098B2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733126"/>
              </p:ext>
            </p:extLst>
          </p:nvPr>
        </p:nvGraphicFramePr>
        <p:xfrm>
          <a:off x="301171" y="1269431"/>
          <a:ext cx="1093583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21330">
                  <a:extLst>
                    <a:ext uri="{9D8B030D-6E8A-4147-A177-3AD203B41FA5}">
                      <a16:colId xmlns:a16="http://schemas.microsoft.com/office/drawing/2014/main" val="1124772864"/>
                    </a:ext>
                  </a:extLst>
                </a:gridCol>
                <a:gridCol w="7914505">
                  <a:extLst>
                    <a:ext uri="{9D8B030D-6E8A-4147-A177-3AD203B41FA5}">
                      <a16:colId xmlns:a16="http://schemas.microsoft.com/office/drawing/2014/main" val="250675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対象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0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表データ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業務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DB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、ログ、アンケート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14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時系列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センサー、医療、金融、需要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99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テキスト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TW" altLang="en-US" dirty="0">
                          <a:solidFill>
                            <a:srgbClr val="002060"/>
                          </a:solidFill>
                        </a:rPr>
                        <a:t>医療記録、対話、報告書、契約</a:t>
                      </a:r>
                      <a:endParaRPr kumimoji="1" lang="ja-JP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8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画像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動画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医療画像、工場検査、ロボティクス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79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グラフ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/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ネットワーク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取引ネットワーク、分子、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SNS</a:t>
                      </a:r>
                      <a:endParaRPr kumimoji="1" lang="ja-JP" altLang="en-US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277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76521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7167-323A-8C0B-4577-1B60FE3D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7CA05-2BC8-9A17-0588-7AA5DD6E0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評価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49BB7A-61F1-5D17-53CC-09C706C88BA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E483EB42-CF88-1AAC-022A-03189059B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068140"/>
              </p:ext>
            </p:extLst>
          </p:nvPr>
        </p:nvGraphicFramePr>
        <p:xfrm>
          <a:off x="301171" y="1269431"/>
          <a:ext cx="10867572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53067">
                  <a:extLst>
                    <a:ext uri="{9D8B030D-6E8A-4147-A177-3AD203B41FA5}">
                      <a16:colId xmlns:a16="http://schemas.microsoft.com/office/drawing/2014/main" val="1124772864"/>
                    </a:ext>
                  </a:extLst>
                </a:gridCol>
                <a:gridCol w="7914505">
                  <a:extLst>
                    <a:ext uri="{9D8B030D-6E8A-4147-A177-3AD203B41FA5}">
                      <a16:colId xmlns:a16="http://schemas.microsoft.com/office/drawing/2014/main" val="2506756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120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統計的一致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周辺分布・相関・高次依存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6143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下流タスク性能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TSTR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など（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synthetic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で学習→</a:t>
                      </a:r>
                      <a:r>
                        <a:rPr kumimoji="1" lang="en-US" altLang="ja-JP" dirty="0">
                          <a:solidFill>
                            <a:srgbClr val="002060"/>
                          </a:solidFill>
                        </a:rPr>
                        <a:t>real</a:t>
                      </a:r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でテスト）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799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漏洩リスク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dirty="0">
                          <a:solidFill>
                            <a:srgbClr val="002060"/>
                          </a:solidFill>
                        </a:rPr>
                        <a:t>メンバーシップ推定、属性推定、距離ベース等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08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25606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04C519-D16D-934F-8660-93633C49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参考</a:t>
            </a: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D441169-DAF2-4747-9D07-1B560077287A}"/>
              </a:ext>
            </a:extLst>
          </p:cNvPr>
          <p:cNvSpPr txBox="1">
            <a:spLocks/>
          </p:cNvSpPr>
          <p:nvPr/>
        </p:nvSpPr>
        <p:spPr>
          <a:xfrm>
            <a:off x="583771" y="1086109"/>
            <a:ext cx="10806154" cy="5583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797" tIns="50797" rIns="50797" bIns="50797">
            <a:normAutofit fontScale="70000" lnSpcReduction="20000"/>
          </a:bodyPr>
          <a:lstStyle>
            <a:lvl1pPr marL="312512" marR="0" indent="-312512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1pPr>
            <a:lvl2pPr marL="8890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2pPr>
            <a:lvl3pPr marL="13335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3pPr>
            <a:lvl4pPr marL="17780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4pPr>
            <a:lvl5pPr marL="2222500" marR="0" indent="-444500" algn="l" defTabSz="410730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844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+mj-lt"/>
                <a:ea typeface="+mj-ea"/>
                <a:cs typeface="Avenir Next Medium"/>
                <a:sym typeface="Avenir Next Medium"/>
              </a:defRPr>
            </a:lvl5pPr>
            <a:lvl6pPr marL="1909794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6pPr>
            <a:lvl7pPr marL="2222306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7pPr>
            <a:lvl8pPr marL="2534818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8pPr>
            <a:lvl9pPr marL="2847330" marR="0" indent="-347235" algn="l" defTabSz="410730" rtl="0" eaLnBrk="1" latinLnBrk="0" hangingPunct="1">
              <a:lnSpc>
                <a:spcPct val="100000"/>
              </a:lnSpc>
              <a:spcBef>
                <a:spcPts val="2953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kumimoji="1" sz="2812" b="0" i="0" u="none" strike="noStrike" cap="none" spc="0" baseline="0">
                <a:ln>
                  <a:noFill/>
                </a:ln>
                <a:solidFill>
                  <a:srgbClr val="3E4157"/>
                </a:solidFill>
                <a:uFillTx/>
                <a:latin typeface="Avenir Next Medium"/>
                <a:ea typeface="Avenir Next Medium"/>
                <a:cs typeface="Avenir Next Medium"/>
                <a:sym typeface="Avenir Next Medium"/>
              </a:defRPr>
            </a:lvl9pPr>
          </a:lstStyle>
          <a:p>
            <a:r>
              <a:rPr lang="en-US" altLang="ja-JP" sz="2000" dirty="0" err="1"/>
              <a:t>TabDDPM</a:t>
            </a:r>
            <a:r>
              <a:rPr lang="en-US" altLang="ja-JP" sz="2000" dirty="0"/>
              <a:t>: Modelling Tabular Data with Diffusion Models </a:t>
            </a:r>
          </a:p>
          <a:p>
            <a:pPr lvl="1"/>
            <a:r>
              <a:rPr lang="en-US" altLang="ja-JP" sz="2000" dirty="0">
                <a:hlinkClick r:id="rId2"/>
              </a:rPr>
              <a:t>https://arxiv.org/pdf/2209.15421</a:t>
            </a:r>
            <a:endParaRPr lang="en-US" altLang="ja-JP" sz="2000" dirty="0"/>
          </a:p>
          <a:p>
            <a:r>
              <a:rPr lang="en-US" altLang="ja-JP" sz="2000" dirty="0"/>
              <a:t>MIXED-TYPE TABULAR DATA SYNTHESIS WITH SCORE-BASED DIFFUSION IN LATENT SPACE</a:t>
            </a:r>
            <a:endParaRPr lang="en" altLang="ja-JP" sz="2000" dirty="0"/>
          </a:p>
          <a:p>
            <a:pPr lvl="1"/>
            <a:r>
              <a:rPr lang="en-US" altLang="ja-JP" sz="2000" dirty="0">
                <a:hlinkClick r:id="rId3"/>
              </a:rPr>
              <a:t>https://arxiv.org/pdf/2310.09656</a:t>
            </a:r>
            <a:endParaRPr lang="en-US" altLang="ja-JP" sz="2000" dirty="0"/>
          </a:p>
          <a:p>
            <a:r>
              <a:rPr lang="en-US" altLang="ja-JP" sz="2000" dirty="0"/>
              <a:t>A Comprehensive Survey of Synthetic Tabular Data Generation</a:t>
            </a:r>
          </a:p>
          <a:p>
            <a:pPr lvl="1"/>
            <a:r>
              <a:rPr lang="en-US" altLang="ja-JP" sz="2000" dirty="0">
                <a:hlinkClick r:id="rId4"/>
              </a:rPr>
              <a:t>https://arxiv.org/pdf/2504.16506</a:t>
            </a:r>
            <a:endParaRPr lang="en-US" altLang="ja-JP" sz="2000" dirty="0"/>
          </a:p>
          <a:p>
            <a:r>
              <a:rPr lang="en-US" altLang="ja-JP" sz="2000" dirty="0"/>
              <a:t>LANGUAGE MODELS ARE REALISTIC TABULAR DATA GENERATORS</a:t>
            </a:r>
          </a:p>
          <a:p>
            <a:pPr lvl="1"/>
            <a:r>
              <a:rPr lang="en-US" altLang="ja-JP" sz="2000" dirty="0">
                <a:hlinkClick r:id="rId5"/>
              </a:rPr>
              <a:t>https://arxiv.org/pdf/2210.06280</a:t>
            </a:r>
            <a:endParaRPr lang="en-US" altLang="ja-JP" sz="2000" dirty="0"/>
          </a:p>
          <a:p>
            <a:r>
              <a:rPr lang="en-US" altLang="ja-JP" sz="2000" dirty="0"/>
              <a:t>Time-series Generative Adversarial Networks </a:t>
            </a:r>
          </a:p>
          <a:p>
            <a:pPr lvl="1"/>
            <a:r>
              <a:rPr lang="en-US" altLang="ja-JP" sz="2000" dirty="0">
                <a:hlinkClick r:id="rId6"/>
              </a:rPr>
              <a:t>https://proceedings.neurips.cc/paper_files/paper/2019/file/c9efe5f26cd17ba6216bbe2a7d26d490-Paper.pdf</a:t>
            </a:r>
            <a:endParaRPr lang="en-US" altLang="ja-JP" sz="2000" dirty="0"/>
          </a:p>
          <a:p>
            <a:r>
              <a:rPr lang="en-US" altLang="ja-JP" sz="2000" dirty="0"/>
              <a:t>Generative Adversarial Networks in Time </a:t>
            </a:r>
            <a:r>
              <a:rPr lang="en-US" altLang="ja-JP" sz="2000" dirty="0" err="1"/>
              <a:t>Series:A</a:t>
            </a:r>
            <a:r>
              <a:rPr lang="en-US" altLang="ja-JP" sz="2000" dirty="0"/>
              <a:t> Systematic Literature Review</a:t>
            </a:r>
          </a:p>
          <a:p>
            <a:pPr lvl="1"/>
            <a:r>
              <a:rPr lang="en-US" altLang="ja-JP" sz="2000" dirty="0">
                <a:hlinkClick r:id="rId7"/>
              </a:rPr>
              <a:t>https://dl.acm.org/doi/epdf/10.1145/3559540</a:t>
            </a:r>
            <a:endParaRPr lang="en-US" altLang="ja-JP" sz="2000" dirty="0"/>
          </a:p>
          <a:p>
            <a:r>
              <a:rPr lang="en-US" altLang="ja-JP" sz="2000" dirty="0"/>
              <a:t>A Survey on Diffusion Models for Time Series and </a:t>
            </a:r>
            <a:r>
              <a:rPr lang="en-US" altLang="ja-JP" sz="2000" dirty="0" err="1"/>
              <a:t>Spatio</a:t>
            </a:r>
            <a:r>
              <a:rPr lang="en-US" altLang="ja-JP" sz="2000" dirty="0"/>
              <a:t>-Temporal Data</a:t>
            </a:r>
          </a:p>
          <a:p>
            <a:pPr lvl="1"/>
            <a:r>
              <a:rPr lang="en-US" altLang="ja-JP" sz="2000" dirty="0">
                <a:hlinkClick r:id="rId8"/>
              </a:rPr>
              <a:t>https://dl.acm.org/doi/epdf/10.1145/3783986</a:t>
            </a:r>
            <a:endParaRPr lang="en-US" altLang="ja-JP" sz="2000" dirty="0"/>
          </a:p>
          <a:p>
            <a:r>
              <a:rPr lang="en-US" altLang="ja-JP" sz="2000" dirty="0" err="1"/>
              <a:t>DiffAT</a:t>
            </a:r>
            <a:r>
              <a:rPr lang="en-US" altLang="ja-JP" sz="2000" dirty="0"/>
              <a:t>: Effective data augmentation with diffusion models for time series forecasting</a:t>
            </a:r>
          </a:p>
          <a:p>
            <a:pPr lvl="1"/>
            <a:r>
              <a:rPr lang="en-US" altLang="ja-JP" sz="2000" dirty="0">
                <a:hlinkClick r:id="rId9"/>
              </a:rPr>
              <a:t>https://www.sciencedirect.com/science/article/abs/pii/S0952197625020998?utm_source=chatgpt</a:t>
            </a:r>
            <a:r>
              <a:rPr lang="en-US" altLang="ja-JP" sz="2000">
                <a:hlinkClick r:id="rId9"/>
              </a:rPr>
              <a:t>.com</a:t>
            </a:r>
            <a:endParaRPr lang="en-US" altLang="ja-JP" sz="2000"/>
          </a:p>
          <a:p>
            <a:pPr lvl="1"/>
            <a:endParaRPr lang="en-US" altLang="ja-JP" sz="2000" dirty="0"/>
          </a:p>
          <a:p>
            <a:endParaRPr lang="en-US" altLang="ja-JP" sz="2000" dirty="0"/>
          </a:p>
          <a:p>
            <a:endParaRPr lang="en" altLang="ja-JP" sz="200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2E05DF-391E-1D4A-9E8C-FAECFEAB445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C63C7AFB-9001-7B44-993F-F0C8A7B4983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250429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azusa colors kai">
  <a:themeElements>
    <a:clrScheme name="azusa-colors">
      <a:dk1>
        <a:srgbClr val="FFFFFF"/>
      </a:dk1>
      <a:lt1>
        <a:srgbClr val="FFF5E3"/>
      </a:lt1>
      <a:dk2>
        <a:srgbClr val="464E70"/>
      </a:dk2>
      <a:lt2>
        <a:srgbClr val="DCDEE0"/>
      </a:lt2>
      <a:accent1>
        <a:srgbClr val="02A8F3"/>
      </a:accent1>
      <a:accent2>
        <a:srgbClr val="33B490"/>
      </a:accent2>
      <a:accent3>
        <a:srgbClr val="00BBD3"/>
      </a:accent3>
      <a:accent4>
        <a:srgbClr val="FF9000"/>
      </a:accent4>
      <a:accent5>
        <a:srgbClr val="FF5151"/>
      </a:accent5>
      <a:accent6>
        <a:srgbClr val="B967C7"/>
      </a:accent6>
      <a:hlink>
        <a:srgbClr val="0000FF"/>
      </a:hlink>
      <a:folHlink>
        <a:srgbClr val="FF00FF"/>
      </a:folHlink>
    </a:clrScheme>
    <a:fontScheme name="メイリオ + Segoe UI">
      <a:majorFont>
        <a:latin typeface="Segoe UI"/>
        <a:ea typeface="メイリオ"/>
        <a:cs typeface="Avenir Next"/>
      </a:majorFont>
      <a:minorFont>
        <a:latin typeface="Segoe UI"/>
        <a:ea typeface="メイリオ"/>
        <a:cs typeface="Avenir Nex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57150" cap="flat">
          <a:solidFill>
            <a:schemeClr val="accent5"/>
          </a:solidFill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76200" cap="flat">
          <a:solidFill>
            <a:srgbClr val="FF5151"/>
          </a:solidFill>
          <a:prstDash val="solid"/>
          <a:miter lim="400000"/>
          <a:tailEnd type="arrow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1" i="0" u="none" strike="noStrike" cap="none" spc="0" normalizeH="0" baseline="0">
            <a:ln>
              <a:noFill/>
            </a:ln>
            <a:solidFill>
              <a:srgbClr val="FFF5E3"/>
            </a:solidFill>
            <a:effectLst/>
            <a:uFillTx/>
            <a:latin typeface="+mn-lt"/>
            <a:ea typeface="+mn-ea"/>
            <a:cs typeface="+mn-cs"/>
            <a:sym typeface="Avenir Nex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azusa colors kai" id="{ED247925-03E9-0A44-ACD9-287FFC6AEB7F}" vid="{63B57542-C542-0B4A-ADBC-1146AE0C113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azusa colors kai</Template>
  <TotalTime>171</TotalTime>
  <Words>450</Words>
  <Application>Microsoft Office PowerPoint</Application>
  <PresentationFormat>ワイド画面</PresentationFormat>
  <Paragraphs>77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Avenir Next Medium</vt:lpstr>
      <vt:lpstr>メイリオ</vt:lpstr>
      <vt:lpstr>游ゴシック</vt:lpstr>
      <vt:lpstr>Segoe UI</vt:lpstr>
      <vt:lpstr>azusa colors kai</vt:lpstr>
      <vt:lpstr>疑似データ生成について</vt:lpstr>
      <vt:lpstr>目的</vt:lpstr>
      <vt:lpstr>手法</vt:lpstr>
      <vt:lpstr>対象</vt:lpstr>
      <vt:lpstr>評価</vt:lpstr>
      <vt:lpstr>参考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Streamlit入門</dc:title>
  <dc:creator>bigdata2 analytics</dc:creator>
  <cp:lastModifiedBy>泰弘 仲山</cp:lastModifiedBy>
  <cp:revision>50</cp:revision>
  <dcterms:created xsi:type="dcterms:W3CDTF">2021-02-11T03:34:43Z</dcterms:created>
  <dcterms:modified xsi:type="dcterms:W3CDTF">2026-01-13T16:27:26Z</dcterms:modified>
</cp:coreProperties>
</file>